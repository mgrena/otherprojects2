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67" r:id="rId17"/>
    <p:sldId id="273" r:id="rId18"/>
    <p:sldId id="279" r:id="rId19"/>
    <p:sldId id="268" r:id="rId20"/>
    <p:sldId id="274" r:id="rId21"/>
    <p:sldId id="275" r:id="rId22"/>
    <p:sldId id="280" r:id="rId23"/>
    <p:sldId id="276" r:id="rId24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B55336-4F71-47F4-861E-8424D48C9DCD}" v="75" dt="2025-04-10T21:55:06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OVRANKOVA Jana SLOVAKIA" userId="6d4acbd3-1730-4702-a091-4aac366df736" providerId="ADAL" clId="{10B55336-4F71-47F4-861E-8424D48C9DCD}"/>
    <pc:docChg chg="undo custSel addSld delSld modSld">
      <pc:chgData name="SKOVRANKOVA Jana SLOVAKIA" userId="6d4acbd3-1730-4702-a091-4aac366df736" providerId="ADAL" clId="{10B55336-4F71-47F4-861E-8424D48C9DCD}" dt="2025-04-10T21:58:22.355" v="2594" actId="47"/>
      <pc:docMkLst>
        <pc:docMk/>
      </pc:docMkLst>
      <pc:sldChg chg="addSp delSp modSp new mod">
        <pc:chgData name="SKOVRANKOVA Jana SLOVAKIA" userId="6d4acbd3-1730-4702-a091-4aac366df736" providerId="ADAL" clId="{10B55336-4F71-47F4-861E-8424D48C9DCD}" dt="2025-04-10T20:44:21.517" v="91" actId="1076"/>
        <pc:sldMkLst>
          <pc:docMk/>
          <pc:sldMk cId="1678220383" sldId="256"/>
        </pc:sldMkLst>
        <pc:spChg chg="del">
          <ac:chgData name="SKOVRANKOVA Jana SLOVAKIA" userId="6d4acbd3-1730-4702-a091-4aac366df736" providerId="ADAL" clId="{10B55336-4F71-47F4-861E-8424D48C9DCD}" dt="2025-04-10T20:39:17.498" v="1" actId="478"/>
          <ac:spMkLst>
            <pc:docMk/>
            <pc:sldMk cId="1678220383" sldId="256"/>
            <ac:spMk id="2" creationId="{D96D3DFD-E56D-98C9-17C1-A4B5D15EC028}"/>
          </ac:spMkLst>
        </pc:spChg>
        <pc:spChg chg="del">
          <ac:chgData name="SKOVRANKOVA Jana SLOVAKIA" userId="6d4acbd3-1730-4702-a091-4aac366df736" providerId="ADAL" clId="{10B55336-4F71-47F4-861E-8424D48C9DCD}" dt="2025-04-10T20:39:17.498" v="1" actId="478"/>
          <ac:spMkLst>
            <pc:docMk/>
            <pc:sldMk cId="1678220383" sldId="256"/>
            <ac:spMk id="3" creationId="{A927E545-86C3-0CE6-CD2C-07D234351D5B}"/>
          </ac:spMkLst>
        </pc:spChg>
        <pc:spChg chg="add mod">
          <ac:chgData name="SKOVRANKOVA Jana SLOVAKIA" userId="6d4acbd3-1730-4702-a091-4aac366df736" providerId="ADAL" clId="{10B55336-4F71-47F4-861E-8424D48C9DCD}" dt="2025-04-10T20:41:56.081" v="75" actId="207"/>
          <ac:spMkLst>
            <pc:docMk/>
            <pc:sldMk cId="1678220383" sldId="256"/>
            <ac:spMk id="6" creationId="{BDD5DEA1-46E7-06B1-D347-FC6417356F5E}"/>
          </ac:spMkLst>
        </pc:spChg>
        <pc:spChg chg="add mod">
          <ac:chgData name="SKOVRANKOVA Jana SLOVAKIA" userId="6d4acbd3-1730-4702-a091-4aac366df736" providerId="ADAL" clId="{10B55336-4F71-47F4-861E-8424D48C9DCD}" dt="2025-04-10T20:42:20.588" v="78" actId="207"/>
          <ac:spMkLst>
            <pc:docMk/>
            <pc:sldMk cId="1678220383" sldId="256"/>
            <ac:spMk id="7" creationId="{C3CD19F8-E065-6D1F-A569-92D8D2C680AB}"/>
          </ac:spMkLst>
        </pc:spChg>
        <pc:picChg chg="add mod">
          <ac:chgData name="SKOVRANKOVA Jana SLOVAKIA" userId="6d4acbd3-1730-4702-a091-4aac366df736" providerId="ADAL" clId="{10B55336-4F71-47F4-861E-8424D48C9DCD}" dt="2025-04-10T20:41:07.205" v="15" actId="1076"/>
          <ac:picMkLst>
            <pc:docMk/>
            <pc:sldMk cId="1678220383" sldId="256"/>
            <ac:picMk id="5" creationId="{7D92CDC8-E11D-E32C-7AC2-F90F2A6CA2B0}"/>
          </ac:picMkLst>
        </pc:picChg>
        <pc:picChg chg="add mod">
          <ac:chgData name="SKOVRANKOVA Jana SLOVAKIA" userId="6d4acbd3-1730-4702-a091-4aac366df736" providerId="ADAL" clId="{10B55336-4F71-47F4-861E-8424D48C9DCD}" dt="2025-04-10T20:42:44.452" v="80" actId="1076"/>
          <ac:picMkLst>
            <pc:docMk/>
            <pc:sldMk cId="1678220383" sldId="256"/>
            <ac:picMk id="9" creationId="{E2897A3C-D142-FCC7-9329-757ED6EEBD44}"/>
          </ac:picMkLst>
        </pc:picChg>
        <pc:picChg chg="add mod">
          <ac:chgData name="SKOVRANKOVA Jana SLOVAKIA" userId="6d4acbd3-1730-4702-a091-4aac366df736" providerId="ADAL" clId="{10B55336-4F71-47F4-861E-8424D48C9DCD}" dt="2025-04-10T20:43:15.429" v="85" actId="1076"/>
          <ac:picMkLst>
            <pc:docMk/>
            <pc:sldMk cId="1678220383" sldId="256"/>
            <ac:picMk id="11" creationId="{BCC6E45A-809D-EC48-4C82-0621C9910FC6}"/>
          </ac:picMkLst>
        </pc:picChg>
        <pc:picChg chg="add mod">
          <ac:chgData name="SKOVRANKOVA Jana SLOVAKIA" userId="6d4acbd3-1730-4702-a091-4aac366df736" providerId="ADAL" clId="{10B55336-4F71-47F4-861E-8424D48C9DCD}" dt="2025-04-10T20:43:14.141" v="84" actId="1076"/>
          <ac:picMkLst>
            <pc:docMk/>
            <pc:sldMk cId="1678220383" sldId="256"/>
            <ac:picMk id="13" creationId="{1F7FFE49-5CE2-8AE9-7CDC-1E393D0A8400}"/>
          </ac:picMkLst>
        </pc:picChg>
        <pc:picChg chg="add mod">
          <ac:chgData name="SKOVRANKOVA Jana SLOVAKIA" userId="6d4acbd3-1730-4702-a091-4aac366df736" providerId="ADAL" clId="{10B55336-4F71-47F4-861E-8424D48C9DCD}" dt="2025-04-10T20:43:37.828" v="87" actId="1076"/>
          <ac:picMkLst>
            <pc:docMk/>
            <pc:sldMk cId="1678220383" sldId="256"/>
            <ac:picMk id="15" creationId="{54961E8A-CCB9-F926-F61F-07BEFB70DE52}"/>
          </ac:picMkLst>
        </pc:picChg>
        <pc:picChg chg="add mod">
          <ac:chgData name="SKOVRANKOVA Jana SLOVAKIA" userId="6d4acbd3-1730-4702-a091-4aac366df736" providerId="ADAL" clId="{10B55336-4F71-47F4-861E-8424D48C9DCD}" dt="2025-04-10T20:44:05.483" v="89" actId="1076"/>
          <ac:picMkLst>
            <pc:docMk/>
            <pc:sldMk cId="1678220383" sldId="256"/>
            <ac:picMk id="17" creationId="{EDB07EAA-3F29-AB9E-BB93-6D3CF0DD9F3F}"/>
          </ac:picMkLst>
        </pc:picChg>
        <pc:picChg chg="add mod">
          <ac:chgData name="SKOVRANKOVA Jana SLOVAKIA" userId="6d4acbd3-1730-4702-a091-4aac366df736" providerId="ADAL" clId="{10B55336-4F71-47F4-861E-8424D48C9DCD}" dt="2025-04-10T20:44:21.517" v="91" actId="1076"/>
          <ac:picMkLst>
            <pc:docMk/>
            <pc:sldMk cId="1678220383" sldId="256"/>
            <ac:picMk id="19" creationId="{6EE693BF-AE81-7433-4659-8BC2F3E6D9CC}"/>
          </ac:picMkLst>
        </pc:picChg>
      </pc:sldChg>
      <pc:sldChg chg="addSp delSp modSp add mod">
        <pc:chgData name="SKOVRANKOVA Jana SLOVAKIA" userId="6d4acbd3-1730-4702-a091-4aac366df736" providerId="ADAL" clId="{10B55336-4F71-47F4-861E-8424D48C9DCD}" dt="2025-04-10T20:50:02.986" v="247" actId="20577"/>
        <pc:sldMkLst>
          <pc:docMk/>
          <pc:sldMk cId="861506449" sldId="257"/>
        </pc:sldMkLst>
        <pc:spChg chg="add mod">
          <ac:chgData name="SKOVRANKOVA Jana SLOVAKIA" userId="6d4acbd3-1730-4702-a091-4aac366df736" providerId="ADAL" clId="{10B55336-4F71-47F4-861E-8424D48C9DCD}" dt="2025-04-10T20:50:02.986" v="247" actId="20577"/>
          <ac:spMkLst>
            <pc:docMk/>
            <pc:sldMk cId="861506449" sldId="257"/>
            <ac:spMk id="8" creationId="{FDD85F3E-3415-CA8F-0F4C-9651468C6093}"/>
          </ac:spMkLst>
        </pc:spChg>
        <pc:spChg chg="add mod">
          <ac:chgData name="SKOVRANKOVA Jana SLOVAKIA" userId="6d4acbd3-1730-4702-a091-4aac366df736" providerId="ADAL" clId="{10B55336-4F71-47F4-861E-8424D48C9DCD}" dt="2025-04-10T20:47:57.632" v="108" actId="207"/>
          <ac:spMkLst>
            <pc:docMk/>
            <pc:sldMk cId="861506449" sldId="257"/>
            <ac:spMk id="11" creationId="{C20B8E57-98A3-1887-D956-BE7C2CF6B64D}"/>
          </ac:spMkLst>
        </pc:spChg>
        <pc:spChg chg="add mod">
          <ac:chgData name="SKOVRANKOVA Jana SLOVAKIA" userId="6d4acbd3-1730-4702-a091-4aac366df736" providerId="ADAL" clId="{10B55336-4F71-47F4-861E-8424D48C9DCD}" dt="2025-04-10T20:49:04.260" v="214" actId="1076"/>
          <ac:spMkLst>
            <pc:docMk/>
            <pc:sldMk cId="861506449" sldId="257"/>
            <ac:spMk id="12" creationId="{CE64454C-0A3E-09A4-40E4-9F23F1A28A50}"/>
          </ac:spMkLst>
        </pc:spChg>
        <pc:spChg chg="add mod">
          <ac:chgData name="SKOVRANKOVA Jana SLOVAKIA" userId="6d4acbd3-1730-4702-a091-4aac366df736" providerId="ADAL" clId="{10B55336-4F71-47F4-861E-8424D48C9DCD}" dt="2025-04-10T20:49:07.809" v="216" actId="1076"/>
          <ac:spMkLst>
            <pc:docMk/>
            <pc:sldMk cId="861506449" sldId="257"/>
            <ac:spMk id="13" creationId="{BEE20FEB-559C-D1ED-D95E-36C94B3CC60E}"/>
          </ac:spMkLst>
        </pc:spChg>
        <pc:spChg chg="add mod">
          <ac:chgData name="SKOVRANKOVA Jana SLOVAKIA" userId="6d4acbd3-1730-4702-a091-4aac366df736" providerId="ADAL" clId="{10B55336-4F71-47F4-861E-8424D48C9DCD}" dt="2025-04-10T20:49:56.014" v="243" actId="14100"/>
          <ac:spMkLst>
            <pc:docMk/>
            <pc:sldMk cId="861506449" sldId="257"/>
            <ac:spMk id="14" creationId="{2FF5468F-D068-0993-3BE9-79AC59B71076}"/>
          </ac:spMkLst>
        </pc:spChg>
        <pc:spChg chg="add mod">
          <ac:chgData name="SKOVRANKOVA Jana SLOVAKIA" userId="6d4acbd3-1730-4702-a091-4aac366df736" providerId="ADAL" clId="{10B55336-4F71-47F4-861E-8424D48C9DCD}" dt="2025-04-10T20:49:57.959" v="244" actId="14100"/>
          <ac:spMkLst>
            <pc:docMk/>
            <pc:sldMk cId="861506449" sldId="257"/>
            <ac:spMk id="15" creationId="{0918DBA5-8849-E4E4-DBCB-95F8B205087F}"/>
          </ac:spMkLst>
        </pc:spChg>
        <pc:picChg chg="add mod">
          <ac:chgData name="SKOVRANKOVA Jana SLOVAKIA" userId="6d4acbd3-1730-4702-a091-4aac366df736" providerId="ADAL" clId="{10B55336-4F71-47F4-861E-8424D48C9DCD}" dt="2025-04-10T20:46:11.837" v="93" actId="1076"/>
          <ac:picMkLst>
            <pc:docMk/>
            <pc:sldMk cId="861506449" sldId="257"/>
            <ac:picMk id="3" creationId="{CDBDFBD0-BA0D-6825-D98E-D123B6FD5EB8}"/>
          </ac:picMkLst>
        </pc:picChg>
        <pc:picChg chg="add mod">
          <ac:chgData name="SKOVRANKOVA Jana SLOVAKIA" userId="6d4acbd3-1730-4702-a091-4aac366df736" providerId="ADAL" clId="{10B55336-4F71-47F4-861E-8424D48C9DCD}" dt="2025-04-10T20:46:41.685" v="97" actId="1076"/>
          <ac:picMkLst>
            <pc:docMk/>
            <pc:sldMk cId="861506449" sldId="257"/>
            <ac:picMk id="5" creationId="{8970F7EC-1C40-E86D-55DB-051D045A47FF}"/>
          </ac:picMkLst>
        </pc:picChg>
        <pc:picChg chg="add mod">
          <ac:chgData name="SKOVRANKOVA Jana SLOVAKIA" userId="6d4acbd3-1730-4702-a091-4aac366df736" providerId="ADAL" clId="{10B55336-4F71-47F4-861E-8424D48C9DCD}" dt="2025-04-10T20:47:06.756" v="102" actId="1076"/>
          <ac:picMkLst>
            <pc:docMk/>
            <pc:sldMk cId="861506449" sldId="257"/>
            <ac:picMk id="7" creationId="{997622DB-CABD-DE96-8E14-CDBFE1F4E112}"/>
          </ac:picMkLst>
        </pc:picChg>
        <pc:cxnChg chg="add del">
          <ac:chgData name="SKOVRANKOVA Jana SLOVAKIA" userId="6d4acbd3-1730-4702-a091-4aac366df736" providerId="ADAL" clId="{10B55336-4F71-47F4-861E-8424D48C9DCD}" dt="2025-04-10T20:47:39.494" v="106" actId="478"/>
          <ac:cxnSpMkLst>
            <pc:docMk/>
            <pc:sldMk cId="861506449" sldId="257"/>
            <ac:cxnSpMk id="10" creationId="{4A68D987-BFF3-ECDA-62FC-B92CA7182672}"/>
          </ac:cxnSpMkLst>
        </pc:cxnChg>
      </pc:sldChg>
      <pc:sldChg chg="addSp delSp modSp add mod">
        <pc:chgData name="SKOVRANKOVA Jana SLOVAKIA" userId="6d4acbd3-1730-4702-a091-4aac366df736" providerId="ADAL" clId="{10B55336-4F71-47F4-861E-8424D48C9DCD}" dt="2025-04-10T21:02:48.936" v="967" actId="113"/>
        <pc:sldMkLst>
          <pc:docMk/>
          <pc:sldMk cId="4112021755" sldId="258"/>
        </pc:sldMkLst>
        <pc:spChg chg="add mod">
          <ac:chgData name="SKOVRANKOVA Jana SLOVAKIA" userId="6d4acbd3-1730-4702-a091-4aac366df736" providerId="ADAL" clId="{10B55336-4F71-47F4-861E-8424D48C9DCD}" dt="2025-04-10T21:02:48.936" v="967" actId="113"/>
          <ac:spMkLst>
            <pc:docMk/>
            <pc:sldMk cId="4112021755" sldId="258"/>
            <ac:spMk id="6" creationId="{928BC63C-664B-EA57-0F2A-831D0C5E978B}"/>
          </ac:spMkLst>
        </pc:spChg>
        <pc:spChg chg="add mod">
          <ac:chgData name="SKOVRANKOVA Jana SLOVAKIA" userId="6d4acbd3-1730-4702-a091-4aac366df736" providerId="ADAL" clId="{10B55336-4F71-47F4-861E-8424D48C9DCD}" dt="2025-04-10T20:54:06.099" v="457" actId="20577"/>
          <ac:spMkLst>
            <pc:docMk/>
            <pc:sldMk cId="4112021755" sldId="258"/>
            <ac:spMk id="7" creationId="{7829ED72-88CD-FC2C-62FC-9F6367EF0D38}"/>
          </ac:spMkLst>
        </pc:spChg>
        <pc:picChg chg="add del mod">
          <ac:chgData name="SKOVRANKOVA Jana SLOVAKIA" userId="6d4acbd3-1730-4702-a091-4aac366df736" providerId="ADAL" clId="{10B55336-4F71-47F4-861E-8424D48C9DCD}" dt="2025-04-10T20:54:46.393" v="458" actId="478"/>
          <ac:picMkLst>
            <pc:docMk/>
            <pc:sldMk cId="4112021755" sldId="258"/>
            <ac:picMk id="3" creationId="{0F04E9CF-8D7B-07BB-C521-0331E8DC43D3}"/>
          </ac:picMkLst>
        </pc:picChg>
        <pc:picChg chg="add mod">
          <ac:chgData name="SKOVRANKOVA Jana SLOVAKIA" userId="6d4acbd3-1730-4702-a091-4aac366df736" providerId="ADAL" clId="{10B55336-4F71-47F4-861E-8424D48C9DCD}" dt="2025-04-10T20:51:57.804" v="250" actId="1076"/>
          <ac:picMkLst>
            <pc:docMk/>
            <pc:sldMk cId="4112021755" sldId="258"/>
            <ac:picMk id="5" creationId="{216AE137-58CA-4B51-9F4D-67A2DA81DCF1}"/>
          </ac:picMkLst>
        </pc:picChg>
        <pc:picChg chg="add mod">
          <ac:chgData name="SKOVRANKOVA Jana SLOVAKIA" userId="6d4acbd3-1730-4702-a091-4aac366df736" providerId="ADAL" clId="{10B55336-4F71-47F4-861E-8424D48C9DCD}" dt="2025-04-10T20:54:49.891" v="460" actId="1076"/>
          <ac:picMkLst>
            <pc:docMk/>
            <pc:sldMk cId="4112021755" sldId="258"/>
            <ac:picMk id="9" creationId="{5C226018-93BD-041C-5827-AA2179CF4BEE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02:41.736" v="966" actId="113"/>
        <pc:sldMkLst>
          <pc:docMk/>
          <pc:sldMk cId="2946977062" sldId="259"/>
        </pc:sldMkLst>
        <pc:spChg chg="add mod">
          <ac:chgData name="SKOVRANKOVA Jana SLOVAKIA" userId="6d4acbd3-1730-4702-a091-4aac366df736" providerId="ADAL" clId="{10B55336-4F71-47F4-861E-8424D48C9DCD}" dt="2025-04-10T20:56:18.420" v="468" actId="14100"/>
          <ac:spMkLst>
            <pc:docMk/>
            <pc:sldMk cId="2946977062" sldId="259"/>
            <ac:spMk id="5" creationId="{10064DCB-A431-0ACD-05EF-0FF1A2F3B292}"/>
          </ac:spMkLst>
        </pc:spChg>
        <pc:spChg chg="add mod">
          <ac:chgData name="SKOVRANKOVA Jana SLOVAKIA" userId="6d4acbd3-1730-4702-a091-4aac366df736" providerId="ADAL" clId="{10B55336-4F71-47F4-861E-8424D48C9DCD}" dt="2025-04-10T21:02:41.736" v="966" actId="113"/>
          <ac:spMkLst>
            <pc:docMk/>
            <pc:sldMk cId="2946977062" sldId="259"/>
            <ac:spMk id="6" creationId="{99BB9203-F1A0-5A62-48CA-5AF8B96B2DEF}"/>
          </ac:spMkLst>
        </pc:spChg>
        <pc:picChg chg="add mod">
          <ac:chgData name="SKOVRANKOVA Jana SLOVAKIA" userId="6d4acbd3-1730-4702-a091-4aac366df736" providerId="ADAL" clId="{10B55336-4F71-47F4-861E-8424D48C9DCD}" dt="2025-04-10T20:55:55.212" v="463" actId="1076"/>
          <ac:picMkLst>
            <pc:docMk/>
            <pc:sldMk cId="2946977062" sldId="259"/>
            <ac:picMk id="3" creationId="{CE090997-DF64-4A15-3FAF-E358E7F50EDA}"/>
          </ac:picMkLst>
        </pc:picChg>
        <pc:picChg chg="add mod">
          <ac:chgData name="SKOVRANKOVA Jana SLOVAKIA" userId="6d4acbd3-1730-4702-a091-4aac366df736" providerId="ADAL" clId="{10B55336-4F71-47F4-861E-8424D48C9DCD}" dt="2025-04-10T20:56:00.298" v="464"/>
          <ac:picMkLst>
            <pc:docMk/>
            <pc:sldMk cId="2946977062" sldId="259"/>
            <ac:picMk id="4" creationId="{D956897A-78E2-B2B7-6955-DBE3DF4A7672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02:37.161" v="965" actId="113"/>
        <pc:sldMkLst>
          <pc:docMk/>
          <pc:sldMk cId="3871658585" sldId="260"/>
        </pc:sldMkLst>
        <pc:spChg chg="add mod">
          <ac:chgData name="SKOVRANKOVA Jana SLOVAKIA" userId="6d4acbd3-1730-4702-a091-4aac366df736" providerId="ADAL" clId="{10B55336-4F71-47F4-861E-8424D48C9DCD}" dt="2025-04-10T20:58:25.403" v="547" actId="1076"/>
          <ac:spMkLst>
            <pc:docMk/>
            <pc:sldMk cId="3871658585" sldId="260"/>
            <ac:spMk id="5" creationId="{39CCD9F3-8571-FD48-0F89-B56AB848C38C}"/>
          </ac:spMkLst>
        </pc:spChg>
        <pc:spChg chg="add mod">
          <ac:chgData name="SKOVRANKOVA Jana SLOVAKIA" userId="6d4acbd3-1730-4702-a091-4aac366df736" providerId="ADAL" clId="{10B55336-4F71-47F4-861E-8424D48C9DCD}" dt="2025-04-10T21:02:37.161" v="965" actId="113"/>
          <ac:spMkLst>
            <pc:docMk/>
            <pc:sldMk cId="3871658585" sldId="260"/>
            <ac:spMk id="6" creationId="{24B87C2D-F15B-DD41-298C-5EC7B718E003}"/>
          </ac:spMkLst>
        </pc:spChg>
        <pc:picChg chg="add mod">
          <ac:chgData name="SKOVRANKOVA Jana SLOVAKIA" userId="6d4acbd3-1730-4702-a091-4aac366df736" providerId="ADAL" clId="{10B55336-4F71-47F4-861E-8424D48C9DCD}" dt="2025-04-10T20:57:07.558" v="540"/>
          <ac:picMkLst>
            <pc:docMk/>
            <pc:sldMk cId="3871658585" sldId="260"/>
            <ac:picMk id="2" creationId="{082E6F51-6396-94CA-9ADC-50EC9DB5F7E6}"/>
          </ac:picMkLst>
        </pc:picChg>
        <pc:picChg chg="add mod">
          <ac:chgData name="SKOVRANKOVA Jana SLOVAKIA" userId="6d4acbd3-1730-4702-a091-4aac366df736" providerId="ADAL" clId="{10B55336-4F71-47F4-861E-8424D48C9DCD}" dt="2025-04-10T20:58:10.339" v="544" actId="1076"/>
          <ac:picMkLst>
            <pc:docMk/>
            <pc:sldMk cId="3871658585" sldId="260"/>
            <ac:picMk id="4" creationId="{A050A604-3628-D231-3DA3-B8E94C9EF30B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02:28.251" v="964" actId="14100"/>
        <pc:sldMkLst>
          <pc:docMk/>
          <pc:sldMk cId="1758655010" sldId="261"/>
        </pc:sldMkLst>
        <pc:spChg chg="add mod">
          <ac:chgData name="SKOVRANKOVA Jana SLOVAKIA" userId="6d4acbd3-1730-4702-a091-4aac366df736" providerId="ADAL" clId="{10B55336-4F71-47F4-861E-8424D48C9DCD}" dt="2025-04-10T21:01:21.091" v="736" actId="1076"/>
          <ac:spMkLst>
            <pc:docMk/>
            <pc:sldMk cId="1758655010" sldId="261"/>
            <ac:spMk id="5" creationId="{71DCE434-F88D-770E-255F-D7F5F6F9CD86}"/>
          </ac:spMkLst>
        </pc:spChg>
        <pc:spChg chg="add mod">
          <ac:chgData name="SKOVRANKOVA Jana SLOVAKIA" userId="6d4acbd3-1730-4702-a091-4aac366df736" providerId="ADAL" clId="{10B55336-4F71-47F4-861E-8424D48C9DCD}" dt="2025-04-10T21:02:28.251" v="964" actId="14100"/>
          <ac:spMkLst>
            <pc:docMk/>
            <pc:sldMk cId="1758655010" sldId="261"/>
            <ac:spMk id="6" creationId="{F0EC8AE5-11DF-133D-5737-3B1860BADBAF}"/>
          </ac:spMkLst>
        </pc:spChg>
        <pc:picChg chg="add mod">
          <ac:chgData name="SKOVRANKOVA Jana SLOVAKIA" userId="6d4acbd3-1730-4702-a091-4aac366df736" providerId="ADAL" clId="{10B55336-4F71-47F4-861E-8424D48C9DCD}" dt="2025-04-10T21:00:16.012" v="729"/>
          <ac:picMkLst>
            <pc:docMk/>
            <pc:sldMk cId="1758655010" sldId="261"/>
            <ac:picMk id="2" creationId="{234E0FF9-2366-6CCD-6085-2D59C984A9DC}"/>
          </ac:picMkLst>
        </pc:picChg>
        <pc:picChg chg="add mod">
          <ac:chgData name="SKOVRANKOVA Jana SLOVAKIA" userId="6d4acbd3-1730-4702-a091-4aac366df736" providerId="ADAL" clId="{10B55336-4F71-47F4-861E-8424D48C9DCD}" dt="2025-04-10T21:01:09.178" v="733" actId="14100"/>
          <ac:picMkLst>
            <pc:docMk/>
            <pc:sldMk cId="1758655010" sldId="261"/>
            <ac:picMk id="4" creationId="{A935AD30-7EAB-BBAC-6119-0493BEFA159D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04:12.565" v="1008" actId="6549"/>
        <pc:sldMkLst>
          <pc:docMk/>
          <pc:sldMk cId="1346492652" sldId="262"/>
        </pc:sldMkLst>
        <pc:spChg chg="add mod">
          <ac:chgData name="SKOVRANKOVA Jana SLOVAKIA" userId="6d4acbd3-1730-4702-a091-4aac366df736" providerId="ADAL" clId="{10B55336-4F71-47F4-861E-8424D48C9DCD}" dt="2025-04-10T21:03:46.686" v="971"/>
          <ac:spMkLst>
            <pc:docMk/>
            <pc:sldMk cId="1346492652" sldId="262"/>
            <ac:spMk id="5" creationId="{D05D8B4E-9251-DBC5-3148-52FB92123D77}"/>
          </ac:spMkLst>
        </pc:spChg>
        <pc:spChg chg="add mod">
          <ac:chgData name="SKOVRANKOVA Jana SLOVAKIA" userId="6d4acbd3-1730-4702-a091-4aac366df736" providerId="ADAL" clId="{10B55336-4F71-47F4-861E-8424D48C9DCD}" dt="2025-04-10T21:04:12.565" v="1008" actId="6549"/>
          <ac:spMkLst>
            <pc:docMk/>
            <pc:sldMk cId="1346492652" sldId="262"/>
            <ac:spMk id="6" creationId="{FC8C2632-6FE2-72F0-13D4-1A52A094A2FC}"/>
          </ac:spMkLst>
        </pc:spChg>
        <pc:picChg chg="add mod">
          <ac:chgData name="SKOVRANKOVA Jana SLOVAKIA" userId="6d4acbd3-1730-4702-a091-4aac366df736" providerId="ADAL" clId="{10B55336-4F71-47F4-861E-8424D48C9DCD}" dt="2025-04-10T21:03:39.235" v="970" actId="1076"/>
          <ac:picMkLst>
            <pc:docMk/>
            <pc:sldMk cId="1346492652" sldId="262"/>
            <ac:picMk id="3" creationId="{9008C7B3-E7B2-775E-5F1C-B2E3A8497B22}"/>
          </ac:picMkLst>
        </pc:picChg>
        <pc:picChg chg="add mod">
          <ac:chgData name="SKOVRANKOVA Jana SLOVAKIA" userId="6d4acbd3-1730-4702-a091-4aac366df736" providerId="ADAL" clId="{10B55336-4F71-47F4-861E-8424D48C9DCD}" dt="2025-04-10T21:03:46.686" v="971"/>
          <ac:picMkLst>
            <pc:docMk/>
            <pc:sldMk cId="1346492652" sldId="262"/>
            <ac:picMk id="4" creationId="{DBC563B0-8924-A1F2-073E-2FA61AC71525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08:18.434" v="1225" actId="20577"/>
        <pc:sldMkLst>
          <pc:docMk/>
          <pc:sldMk cId="2159475790" sldId="263"/>
        </pc:sldMkLst>
        <pc:spChg chg="add mod">
          <ac:chgData name="SKOVRANKOVA Jana SLOVAKIA" userId="6d4acbd3-1730-4702-a091-4aac366df736" providerId="ADAL" clId="{10B55336-4F71-47F4-861E-8424D48C9DCD}" dt="2025-04-10T21:08:18.434" v="1225" actId="20577"/>
          <ac:spMkLst>
            <pc:docMk/>
            <pc:sldMk cId="2159475790" sldId="263"/>
            <ac:spMk id="5" creationId="{6F508F54-7B5D-E2D3-62FA-8A1291F98E50}"/>
          </ac:spMkLst>
        </pc:spChg>
        <pc:picChg chg="add">
          <ac:chgData name="SKOVRANKOVA Jana SLOVAKIA" userId="6d4acbd3-1730-4702-a091-4aac366df736" providerId="ADAL" clId="{10B55336-4F71-47F4-861E-8424D48C9DCD}" dt="2025-04-10T21:05:52.172" v="1009" actId="22"/>
          <ac:picMkLst>
            <pc:docMk/>
            <pc:sldMk cId="2159475790" sldId="263"/>
            <ac:picMk id="3" creationId="{054ED89E-A119-3B3F-F46C-F914EA16A57C}"/>
          </ac:picMkLst>
        </pc:picChg>
        <pc:picChg chg="add mod">
          <ac:chgData name="SKOVRANKOVA Jana SLOVAKIA" userId="6d4acbd3-1730-4702-a091-4aac366df736" providerId="ADAL" clId="{10B55336-4F71-47F4-861E-8424D48C9DCD}" dt="2025-04-10T21:06:05.112" v="1010"/>
          <ac:picMkLst>
            <pc:docMk/>
            <pc:sldMk cId="2159475790" sldId="263"/>
            <ac:picMk id="4" creationId="{715E9CCB-EE48-2F2A-33FD-9B8919B6CF0E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14:37.554" v="1546" actId="20577"/>
        <pc:sldMkLst>
          <pc:docMk/>
          <pc:sldMk cId="2082163019" sldId="264"/>
        </pc:sldMkLst>
        <pc:spChg chg="add mod">
          <ac:chgData name="SKOVRANKOVA Jana SLOVAKIA" userId="6d4acbd3-1730-4702-a091-4aac366df736" providerId="ADAL" clId="{10B55336-4F71-47F4-861E-8424D48C9DCD}" dt="2025-04-10T21:12:51.757" v="1327" actId="1076"/>
          <ac:spMkLst>
            <pc:docMk/>
            <pc:sldMk cId="2082163019" sldId="264"/>
            <ac:spMk id="5" creationId="{FC773862-8DBF-8F88-0CFF-33F6B13934EB}"/>
          </ac:spMkLst>
        </pc:spChg>
        <pc:spChg chg="add mod">
          <ac:chgData name="SKOVRANKOVA Jana SLOVAKIA" userId="6d4acbd3-1730-4702-a091-4aac366df736" providerId="ADAL" clId="{10B55336-4F71-47F4-861E-8424D48C9DCD}" dt="2025-04-10T21:12:01.202" v="1326" actId="1076"/>
          <ac:spMkLst>
            <pc:docMk/>
            <pc:sldMk cId="2082163019" sldId="264"/>
            <ac:spMk id="6" creationId="{2FF83BC9-4F49-8F68-4612-B247D4ADC96F}"/>
          </ac:spMkLst>
        </pc:spChg>
        <pc:spChg chg="add mod">
          <ac:chgData name="SKOVRANKOVA Jana SLOVAKIA" userId="6d4acbd3-1730-4702-a091-4aac366df736" providerId="ADAL" clId="{10B55336-4F71-47F4-861E-8424D48C9DCD}" dt="2025-04-10T21:14:37.554" v="1546" actId="20577"/>
          <ac:spMkLst>
            <pc:docMk/>
            <pc:sldMk cId="2082163019" sldId="264"/>
            <ac:spMk id="7" creationId="{7F4524B1-A980-2723-6131-016E2EFD97AD}"/>
          </ac:spMkLst>
        </pc:spChg>
        <pc:picChg chg="add mod">
          <ac:chgData name="SKOVRANKOVA Jana SLOVAKIA" userId="6d4acbd3-1730-4702-a091-4aac366df736" providerId="ADAL" clId="{10B55336-4F71-47F4-861E-8424D48C9DCD}" dt="2025-04-10T21:10:39.816" v="1230" actId="14100"/>
          <ac:picMkLst>
            <pc:docMk/>
            <pc:sldMk cId="2082163019" sldId="264"/>
            <ac:picMk id="3" creationId="{6D4F70AD-CDD1-E942-7475-170FC65C190A}"/>
          </ac:picMkLst>
        </pc:picChg>
        <pc:picChg chg="add mod">
          <ac:chgData name="SKOVRANKOVA Jana SLOVAKIA" userId="6d4acbd3-1730-4702-a091-4aac366df736" providerId="ADAL" clId="{10B55336-4F71-47F4-861E-8424D48C9DCD}" dt="2025-04-10T21:10:46.098" v="1231"/>
          <ac:picMkLst>
            <pc:docMk/>
            <pc:sldMk cId="2082163019" sldId="264"/>
            <ac:picMk id="4" creationId="{18FAF3C1-DAB8-D482-9BB0-CA4354CE96D0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20:57.217" v="1655" actId="1076"/>
        <pc:sldMkLst>
          <pc:docMk/>
          <pc:sldMk cId="184932107" sldId="265"/>
        </pc:sldMkLst>
        <pc:spChg chg="add mod">
          <ac:chgData name="SKOVRANKOVA Jana SLOVAKIA" userId="6d4acbd3-1730-4702-a091-4aac366df736" providerId="ADAL" clId="{10B55336-4F71-47F4-861E-8424D48C9DCD}" dt="2025-04-10T21:15:51.298" v="1557" actId="1076"/>
          <ac:spMkLst>
            <pc:docMk/>
            <pc:sldMk cId="184932107" sldId="265"/>
            <ac:spMk id="5" creationId="{F2AED4E7-031E-92D3-4F93-1C3E3835971A}"/>
          </ac:spMkLst>
        </pc:spChg>
        <pc:spChg chg="add mod">
          <ac:chgData name="SKOVRANKOVA Jana SLOVAKIA" userId="6d4acbd3-1730-4702-a091-4aac366df736" providerId="ADAL" clId="{10B55336-4F71-47F4-861E-8424D48C9DCD}" dt="2025-04-10T21:15:58.898" v="1560" actId="1076"/>
          <ac:spMkLst>
            <pc:docMk/>
            <pc:sldMk cId="184932107" sldId="265"/>
            <ac:spMk id="6" creationId="{37D81591-F891-74BD-89A9-9BB6613311DA}"/>
          </ac:spMkLst>
        </pc:spChg>
        <pc:spChg chg="add mod">
          <ac:chgData name="SKOVRANKOVA Jana SLOVAKIA" userId="6d4acbd3-1730-4702-a091-4aac366df736" providerId="ADAL" clId="{10B55336-4F71-47F4-861E-8424D48C9DCD}" dt="2025-04-10T21:16:38.945" v="1571" actId="14100"/>
          <ac:spMkLst>
            <pc:docMk/>
            <pc:sldMk cId="184932107" sldId="265"/>
            <ac:spMk id="7" creationId="{F699DC3E-FFC0-665D-6E2D-D9EEBF4CDBAC}"/>
          </ac:spMkLst>
        </pc:spChg>
        <pc:spChg chg="add mod">
          <ac:chgData name="SKOVRANKOVA Jana SLOVAKIA" userId="6d4acbd3-1730-4702-a091-4aac366df736" providerId="ADAL" clId="{10B55336-4F71-47F4-861E-8424D48C9DCD}" dt="2025-04-10T21:19:08.037" v="1577"/>
          <ac:spMkLst>
            <pc:docMk/>
            <pc:sldMk cId="184932107" sldId="265"/>
            <ac:spMk id="8" creationId="{230A0075-25C4-DF29-E3E2-2ED9A913DE0E}"/>
          </ac:spMkLst>
        </pc:spChg>
        <pc:spChg chg="add mod">
          <ac:chgData name="SKOVRANKOVA Jana SLOVAKIA" userId="6d4acbd3-1730-4702-a091-4aac366df736" providerId="ADAL" clId="{10B55336-4F71-47F4-861E-8424D48C9DCD}" dt="2025-04-10T21:19:52.931" v="1579" actId="1076"/>
          <ac:spMkLst>
            <pc:docMk/>
            <pc:sldMk cId="184932107" sldId="265"/>
            <ac:spMk id="9" creationId="{D89006A1-F0D7-944E-9AC0-F7497BDA12E1}"/>
          </ac:spMkLst>
        </pc:spChg>
        <pc:spChg chg="add mod">
          <ac:chgData name="SKOVRANKOVA Jana SLOVAKIA" userId="6d4acbd3-1730-4702-a091-4aac366df736" providerId="ADAL" clId="{10B55336-4F71-47F4-861E-8424D48C9DCD}" dt="2025-04-10T21:20:57.217" v="1655" actId="1076"/>
          <ac:spMkLst>
            <pc:docMk/>
            <pc:sldMk cId="184932107" sldId="265"/>
            <ac:spMk id="10" creationId="{174A11B1-0E23-1197-851F-CB36D8683354}"/>
          </ac:spMkLst>
        </pc:spChg>
        <pc:picChg chg="add mod">
          <ac:chgData name="SKOVRANKOVA Jana SLOVAKIA" userId="6d4acbd3-1730-4702-a091-4aac366df736" providerId="ADAL" clId="{10B55336-4F71-47F4-861E-8424D48C9DCD}" dt="2025-04-10T21:14:56.585" v="1547"/>
          <ac:picMkLst>
            <pc:docMk/>
            <pc:sldMk cId="184932107" sldId="265"/>
            <ac:picMk id="2" creationId="{C135DD8E-0A6F-5A32-DD1A-0948500A2FEF}"/>
          </ac:picMkLst>
        </pc:picChg>
        <pc:picChg chg="add mod">
          <ac:chgData name="SKOVRANKOVA Jana SLOVAKIA" userId="6d4acbd3-1730-4702-a091-4aac366df736" providerId="ADAL" clId="{10B55336-4F71-47F4-861E-8424D48C9DCD}" dt="2025-04-10T21:16:28.941" v="1568" actId="1076"/>
          <ac:picMkLst>
            <pc:docMk/>
            <pc:sldMk cId="184932107" sldId="265"/>
            <ac:picMk id="4" creationId="{4CD81082-D8C1-700B-FD7F-740DDB65C7B0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22:26.932" v="1698" actId="20577"/>
        <pc:sldMkLst>
          <pc:docMk/>
          <pc:sldMk cId="1252779193" sldId="266"/>
        </pc:sldMkLst>
        <pc:spChg chg="add mod">
          <ac:chgData name="SKOVRANKOVA Jana SLOVAKIA" userId="6d4acbd3-1730-4702-a091-4aac366df736" providerId="ADAL" clId="{10B55336-4F71-47F4-861E-8424D48C9DCD}" dt="2025-04-10T21:22:26.932" v="1698" actId="20577"/>
          <ac:spMkLst>
            <pc:docMk/>
            <pc:sldMk cId="1252779193" sldId="266"/>
            <ac:spMk id="6" creationId="{350CCC8D-A196-6A3A-CE0A-61C8650AD28C}"/>
          </ac:spMkLst>
        </pc:spChg>
        <pc:picChg chg="add mod">
          <ac:chgData name="SKOVRANKOVA Jana SLOVAKIA" userId="6d4acbd3-1730-4702-a091-4aac366df736" providerId="ADAL" clId="{10B55336-4F71-47F4-861E-8424D48C9DCD}" dt="2025-04-10T21:21:31.073" v="1657" actId="1076"/>
          <ac:picMkLst>
            <pc:docMk/>
            <pc:sldMk cId="1252779193" sldId="266"/>
            <ac:picMk id="3" creationId="{E2D6CCED-87F3-F4EA-DACC-CF2AA488AC3B}"/>
          </ac:picMkLst>
        </pc:picChg>
        <pc:picChg chg="add mod">
          <ac:chgData name="SKOVRANKOVA Jana SLOVAKIA" userId="6d4acbd3-1730-4702-a091-4aac366df736" providerId="ADAL" clId="{10B55336-4F71-47F4-861E-8424D48C9DCD}" dt="2025-04-10T21:22:00.816" v="1659" actId="1076"/>
          <ac:picMkLst>
            <pc:docMk/>
            <pc:sldMk cId="1252779193" sldId="266"/>
            <ac:picMk id="5" creationId="{EFBB9C52-6D1C-CFC0-8CE6-0D230E7FF220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33:29.752" v="2124" actId="20577"/>
        <pc:sldMkLst>
          <pc:docMk/>
          <pc:sldMk cId="272063435" sldId="267"/>
        </pc:sldMkLst>
        <pc:spChg chg="add mod">
          <ac:chgData name="SKOVRANKOVA Jana SLOVAKIA" userId="6d4acbd3-1730-4702-a091-4aac366df736" providerId="ADAL" clId="{10B55336-4F71-47F4-861E-8424D48C9DCD}" dt="2025-04-10T21:33:29.752" v="2124" actId="20577"/>
          <ac:spMkLst>
            <pc:docMk/>
            <pc:sldMk cId="272063435" sldId="267"/>
            <ac:spMk id="5" creationId="{5BD7D223-F105-AE05-1629-658C0D1CC4E4}"/>
          </ac:spMkLst>
        </pc:spChg>
        <pc:spChg chg="add">
          <ac:chgData name="SKOVRANKOVA Jana SLOVAKIA" userId="6d4acbd3-1730-4702-a091-4aac366df736" providerId="ADAL" clId="{10B55336-4F71-47F4-861E-8424D48C9DCD}" dt="2025-04-10T21:32:23.451" v="1985" actId="11529"/>
          <ac:spMkLst>
            <pc:docMk/>
            <pc:sldMk cId="272063435" sldId="267"/>
            <ac:spMk id="6" creationId="{7EB39CC1-59E9-6155-DE97-28AAD9F496E2}"/>
          </ac:spMkLst>
        </pc:spChg>
        <pc:picChg chg="add mod">
          <ac:chgData name="SKOVRANKOVA Jana SLOVAKIA" userId="6d4acbd3-1730-4702-a091-4aac366df736" providerId="ADAL" clId="{10B55336-4F71-47F4-861E-8424D48C9DCD}" dt="2025-04-10T21:32:14.066" v="1983" actId="1076"/>
          <ac:picMkLst>
            <pc:docMk/>
            <pc:sldMk cId="272063435" sldId="267"/>
            <ac:picMk id="3" creationId="{60F1266C-51C9-7C08-83F0-CA14C3F62E5A}"/>
          </ac:picMkLst>
        </pc:picChg>
        <pc:picChg chg="add mod">
          <ac:chgData name="SKOVRANKOVA Jana SLOVAKIA" userId="6d4acbd3-1730-4702-a091-4aac366df736" providerId="ADAL" clId="{10B55336-4F71-47F4-861E-8424D48C9DCD}" dt="2025-04-10T21:32:11.168" v="1982"/>
          <ac:picMkLst>
            <pc:docMk/>
            <pc:sldMk cId="272063435" sldId="267"/>
            <ac:picMk id="4" creationId="{8051EB13-D97D-4187-56DA-E1D264AA9CC4}"/>
          </ac:picMkLst>
        </pc:picChg>
      </pc:sldChg>
      <pc:sldChg chg="addSp delSp modSp add mod">
        <pc:chgData name="SKOVRANKOVA Jana SLOVAKIA" userId="6d4acbd3-1730-4702-a091-4aac366df736" providerId="ADAL" clId="{10B55336-4F71-47F4-861E-8424D48C9DCD}" dt="2025-04-10T21:41:58.093" v="2183" actId="1076"/>
        <pc:sldMkLst>
          <pc:docMk/>
          <pc:sldMk cId="3828541968" sldId="268"/>
        </pc:sldMkLst>
        <pc:spChg chg="add mod">
          <ac:chgData name="SKOVRANKOVA Jana SLOVAKIA" userId="6d4acbd3-1730-4702-a091-4aac366df736" providerId="ADAL" clId="{10B55336-4F71-47F4-861E-8424D48C9DCD}" dt="2025-04-10T21:41:58.093" v="2183" actId="1076"/>
          <ac:spMkLst>
            <pc:docMk/>
            <pc:sldMk cId="3828541968" sldId="268"/>
            <ac:spMk id="8" creationId="{EADCCD01-9594-2756-85AE-E5147B5FFA78}"/>
          </ac:spMkLst>
        </pc:spChg>
        <pc:spChg chg="add del mod">
          <ac:chgData name="SKOVRANKOVA Jana SLOVAKIA" userId="6d4acbd3-1730-4702-a091-4aac366df736" providerId="ADAL" clId="{10B55336-4F71-47F4-861E-8424D48C9DCD}" dt="2025-04-10T21:41:45.482" v="2179" actId="478"/>
          <ac:spMkLst>
            <pc:docMk/>
            <pc:sldMk cId="3828541968" sldId="268"/>
            <ac:spMk id="9" creationId="{36F2F72C-A8F2-DA4D-CBA0-1B3487A82F8B}"/>
          </ac:spMkLst>
        </pc:spChg>
        <pc:spChg chg="add mod">
          <ac:chgData name="SKOVRANKOVA Jana SLOVAKIA" userId="6d4acbd3-1730-4702-a091-4aac366df736" providerId="ADAL" clId="{10B55336-4F71-47F4-861E-8424D48C9DCD}" dt="2025-04-10T21:41:38.103" v="2178"/>
          <ac:spMkLst>
            <pc:docMk/>
            <pc:sldMk cId="3828541968" sldId="268"/>
            <ac:spMk id="10" creationId="{22B3D47A-394F-09BF-C810-6167B8CD64BB}"/>
          </ac:spMkLst>
        </pc:spChg>
        <pc:picChg chg="add mod">
          <ac:chgData name="SKOVRANKOVA Jana SLOVAKIA" userId="6d4acbd3-1730-4702-a091-4aac366df736" providerId="ADAL" clId="{10B55336-4F71-47F4-861E-8424D48C9DCD}" dt="2025-04-10T21:39:11.551" v="2167" actId="1076"/>
          <ac:picMkLst>
            <pc:docMk/>
            <pc:sldMk cId="3828541968" sldId="268"/>
            <ac:picMk id="3" creationId="{0F6DF6E6-39B9-10DF-B96C-1992F42F187D}"/>
          </ac:picMkLst>
        </pc:picChg>
        <pc:picChg chg="add mod">
          <ac:chgData name="SKOVRANKOVA Jana SLOVAKIA" userId="6d4acbd3-1730-4702-a091-4aac366df736" providerId="ADAL" clId="{10B55336-4F71-47F4-861E-8424D48C9DCD}" dt="2025-04-10T21:41:14.839" v="2176" actId="14100"/>
          <ac:picMkLst>
            <pc:docMk/>
            <pc:sldMk cId="3828541968" sldId="268"/>
            <ac:picMk id="5" creationId="{0B8BB3C8-F23B-C6EB-EE12-8873A1913635}"/>
          </ac:picMkLst>
        </pc:picChg>
        <pc:picChg chg="add mod">
          <ac:chgData name="SKOVRANKOVA Jana SLOVAKIA" userId="6d4acbd3-1730-4702-a091-4aac366df736" providerId="ADAL" clId="{10B55336-4F71-47F4-861E-8424D48C9DCD}" dt="2025-04-10T21:41:18.430" v="2177" actId="1076"/>
          <ac:picMkLst>
            <pc:docMk/>
            <pc:sldMk cId="3828541968" sldId="268"/>
            <ac:picMk id="7" creationId="{974D4BFE-A0BD-9652-2109-6CAF52F68ACC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23:52.570" v="1758" actId="1076"/>
        <pc:sldMkLst>
          <pc:docMk/>
          <pc:sldMk cId="2716446738" sldId="269"/>
        </pc:sldMkLst>
        <pc:spChg chg="add mod">
          <ac:chgData name="SKOVRANKOVA Jana SLOVAKIA" userId="6d4acbd3-1730-4702-a091-4aac366df736" providerId="ADAL" clId="{10B55336-4F71-47F4-861E-8424D48C9DCD}" dt="2025-04-10T21:23:43.465" v="1756" actId="14100"/>
          <ac:spMkLst>
            <pc:docMk/>
            <pc:sldMk cId="2716446738" sldId="269"/>
            <ac:spMk id="5" creationId="{3265DD9D-E8B8-2769-5E58-3024A23F28F9}"/>
          </ac:spMkLst>
        </pc:spChg>
        <pc:spChg chg="add mod">
          <ac:chgData name="SKOVRANKOVA Jana SLOVAKIA" userId="6d4acbd3-1730-4702-a091-4aac366df736" providerId="ADAL" clId="{10B55336-4F71-47F4-861E-8424D48C9DCD}" dt="2025-04-10T21:23:52.570" v="1758" actId="1076"/>
          <ac:spMkLst>
            <pc:docMk/>
            <pc:sldMk cId="2716446738" sldId="269"/>
            <ac:spMk id="6" creationId="{7CE3F444-0533-C9ED-07FF-DABCD356FE02}"/>
          </ac:spMkLst>
        </pc:spChg>
        <pc:picChg chg="add">
          <ac:chgData name="SKOVRANKOVA Jana SLOVAKIA" userId="6d4acbd3-1730-4702-a091-4aac366df736" providerId="ADAL" clId="{10B55336-4F71-47F4-861E-8424D48C9DCD}" dt="2025-04-10T21:23:02.015" v="1699" actId="22"/>
          <ac:picMkLst>
            <pc:docMk/>
            <pc:sldMk cId="2716446738" sldId="269"/>
            <ac:picMk id="3" creationId="{99FA8BD9-2096-AC85-D374-104C805F19EB}"/>
          </ac:picMkLst>
        </pc:picChg>
        <pc:picChg chg="add mod">
          <ac:chgData name="SKOVRANKOVA Jana SLOVAKIA" userId="6d4acbd3-1730-4702-a091-4aac366df736" providerId="ADAL" clId="{10B55336-4F71-47F4-861E-8424D48C9DCD}" dt="2025-04-10T21:23:06.852" v="1700"/>
          <ac:picMkLst>
            <pc:docMk/>
            <pc:sldMk cId="2716446738" sldId="269"/>
            <ac:picMk id="4" creationId="{31B1C164-68AC-2C95-D3C8-D575822A2949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25:59.617" v="1786" actId="20577"/>
        <pc:sldMkLst>
          <pc:docMk/>
          <pc:sldMk cId="1246825151" sldId="270"/>
        </pc:sldMkLst>
        <pc:spChg chg="add mod">
          <ac:chgData name="SKOVRANKOVA Jana SLOVAKIA" userId="6d4acbd3-1730-4702-a091-4aac366df736" providerId="ADAL" clId="{10B55336-4F71-47F4-861E-8424D48C9DCD}" dt="2025-04-10T21:25:59.617" v="1786" actId="20577"/>
          <ac:spMkLst>
            <pc:docMk/>
            <pc:sldMk cId="1246825151" sldId="270"/>
            <ac:spMk id="5" creationId="{9D6977F6-0DE3-B868-24F0-3287FE898C1A}"/>
          </ac:spMkLst>
        </pc:spChg>
        <pc:spChg chg="add mod">
          <ac:chgData name="SKOVRANKOVA Jana SLOVAKIA" userId="6d4acbd3-1730-4702-a091-4aac366df736" providerId="ADAL" clId="{10B55336-4F71-47F4-861E-8424D48C9DCD}" dt="2025-04-10T21:25:43.485" v="1773" actId="1037"/>
          <ac:spMkLst>
            <pc:docMk/>
            <pc:sldMk cId="1246825151" sldId="270"/>
            <ac:spMk id="6" creationId="{55A70CC7-8187-6D6B-EE4E-EC23482F0A4F}"/>
          </ac:spMkLst>
        </pc:spChg>
        <pc:picChg chg="add mod">
          <ac:chgData name="SKOVRANKOVA Jana SLOVAKIA" userId="6d4acbd3-1730-4702-a091-4aac366df736" providerId="ADAL" clId="{10B55336-4F71-47F4-861E-8424D48C9DCD}" dt="2025-04-10T21:25:24.904" v="1761" actId="14100"/>
          <ac:picMkLst>
            <pc:docMk/>
            <pc:sldMk cId="1246825151" sldId="270"/>
            <ac:picMk id="3" creationId="{5EEF9057-601E-321B-DABF-58FF2A64232C}"/>
          </ac:picMkLst>
        </pc:picChg>
        <pc:picChg chg="add mod">
          <ac:chgData name="SKOVRANKOVA Jana SLOVAKIA" userId="6d4acbd3-1730-4702-a091-4aac366df736" providerId="ADAL" clId="{10B55336-4F71-47F4-861E-8424D48C9DCD}" dt="2025-04-10T21:25:31.706" v="1762"/>
          <ac:picMkLst>
            <pc:docMk/>
            <pc:sldMk cId="1246825151" sldId="270"/>
            <ac:picMk id="4" creationId="{E695F0B2-E14C-0F4B-E774-2321136B9BB6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29:21.237" v="1894" actId="20577"/>
        <pc:sldMkLst>
          <pc:docMk/>
          <pc:sldMk cId="1857249168" sldId="271"/>
        </pc:sldMkLst>
        <pc:spChg chg="add mod">
          <ac:chgData name="SKOVRANKOVA Jana SLOVAKIA" userId="6d4acbd3-1730-4702-a091-4aac366df736" providerId="ADAL" clId="{10B55336-4F71-47F4-861E-8424D48C9DCD}" dt="2025-04-10T21:29:21.237" v="1894" actId="20577"/>
          <ac:spMkLst>
            <pc:docMk/>
            <pc:sldMk cId="1857249168" sldId="271"/>
            <ac:spMk id="5" creationId="{6BEEC76E-830F-BA23-CB39-89FFAB394848}"/>
          </ac:spMkLst>
        </pc:spChg>
        <pc:spChg chg="add mod">
          <ac:chgData name="SKOVRANKOVA Jana SLOVAKIA" userId="6d4acbd3-1730-4702-a091-4aac366df736" providerId="ADAL" clId="{10B55336-4F71-47F4-861E-8424D48C9DCD}" dt="2025-04-10T21:28:29.839" v="1796" actId="1036"/>
          <ac:spMkLst>
            <pc:docMk/>
            <pc:sldMk cId="1857249168" sldId="271"/>
            <ac:spMk id="6" creationId="{299DC45C-03B7-DBCB-5B65-355EEADEE458}"/>
          </ac:spMkLst>
        </pc:spChg>
        <pc:picChg chg="add mod">
          <ac:chgData name="SKOVRANKOVA Jana SLOVAKIA" userId="6d4acbd3-1730-4702-a091-4aac366df736" providerId="ADAL" clId="{10B55336-4F71-47F4-861E-8424D48C9DCD}" dt="2025-04-10T21:27:29.952" v="1788" actId="1076"/>
          <ac:picMkLst>
            <pc:docMk/>
            <pc:sldMk cId="1857249168" sldId="271"/>
            <ac:picMk id="3" creationId="{5BB81533-92B3-0139-28C0-5383579DA645}"/>
          </ac:picMkLst>
        </pc:picChg>
        <pc:picChg chg="add mod">
          <ac:chgData name="SKOVRANKOVA Jana SLOVAKIA" userId="6d4acbd3-1730-4702-a091-4aac366df736" providerId="ADAL" clId="{10B55336-4F71-47F4-861E-8424D48C9DCD}" dt="2025-04-10T21:27:36.275" v="1789"/>
          <ac:picMkLst>
            <pc:docMk/>
            <pc:sldMk cId="1857249168" sldId="271"/>
            <ac:picMk id="4" creationId="{54C7F44B-FCE8-94CE-6337-C42D4FCC1D7F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31:14.438" v="1980" actId="20577"/>
        <pc:sldMkLst>
          <pc:docMk/>
          <pc:sldMk cId="712663366" sldId="272"/>
        </pc:sldMkLst>
        <pc:spChg chg="add mod">
          <ac:chgData name="SKOVRANKOVA Jana SLOVAKIA" userId="6d4acbd3-1730-4702-a091-4aac366df736" providerId="ADAL" clId="{10B55336-4F71-47F4-861E-8424D48C9DCD}" dt="2025-04-10T21:31:14.438" v="1980" actId="20577"/>
          <ac:spMkLst>
            <pc:docMk/>
            <pc:sldMk cId="712663366" sldId="272"/>
            <ac:spMk id="5" creationId="{9C74B595-E557-73CE-B6AA-E53F7E9BA986}"/>
          </ac:spMkLst>
        </pc:spChg>
        <pc:spChg chg="add mod">
          <ac:chgData name="SKOVRANKOVA Jana SLOVAKIA" userId="6d4acbd3-1730-4702-a091-4aac366df736" providerId="ADAL" clId="{10B55336-4F71-47F4-861E-8424D48C9DCD}" dt="2025-04-10T21:30:40.128" v="1902" actId="1076"/>
          <ac:spMkLst>
            <pc:docMk/>
            <pc:sldMk cId="712663366" sldId="272"/>
            <ac:spMk id="6" creationId="{B3B5BCF3-FAE9-86EA-02A6-E148D5BE39C0}"/>
          </ac:spMkLst>
        </pc:spChg>
        <pc:picChg chg="add mod">
          <ac:chgData name="SKOVRANKOVA Jana SLOVAKIA" userId="6d4acbd3-1730-4702-a091-4aac366df736" providerId="ADAL" clId="{10B55336-4F71-47F4-861E-8424D48C9DCD}" dt="2025-04-10T21:30:20.840" v="1897" actId="1076"/>
          <ac:picMkLst>
            <pc:docMk/>
            <pc:sldMk cId="712663366" sldId="272"/>
            <ac:picMk id="3" creationId="{2112BA39-E4F0-E1DD-038F-B6C4D61E297B}"/>
          </ac:picMkLst>
        </pc:picChg>
        <pc:picChg chg="add mod">
          <ac:chgData name="SKOVRANKOVA Jana SLOVAKIA" userId="6d4acbd3-1730-4702-a091-4aac366df736" providerId="ADAL" clId="{10B55336-4F71-47F4-861E-8424D48C9DCD}" dt="2025-04-10T21:30:29.006" v="1898"/>
          <ac:picMkLst>
            <pc:docMk/>
            <pc:sldMk cId="712663366" sldId="272"/>
            <ac:picMk id="4" creationId="{AD70D676-98C9-85EF-1DD7-CC9945785D75}"/>
          </ac:picMkLst>
        </pc:picChg>
      </pc:sldChg>
      <pc:sldChg chg="addSp delSp modSp add mod">
        <pc:chgData name="SKOVRANKOVA Jana SLOVAKIA" userId="6d4acbd3-1730-4702-a091-4aac366df736" providerId="ADAL" clId="{10B55336-4F71-47F4-861E-8424D48C9DCD}" dt="2025-04-10T21:34:49.981" v="2159" actId="113"/>
        <pc:sldMkLst>
          <pc:docMk/>
          <pc:sldMk cId="3957461630" sldId="273"/>
        </pc:sldMkLst>
        <pc:spChg chg="mod">
          <ac:chgData name="SKOVRANKOVA Jana SLOVAKIA" userId="6d4acbd3-1730-4702-a091-4aac366df736" providerId="ADAL" clId="{10B55336-4F71-47F4-861E-8424D48C9DCD}" dt="2025-04-10T21:34:49.981" v="2159" actId="113"/>
          <ac:spMkLst>
            <pc:docMk/>
            <pc:sldMk cId="3957461630" sldId="273"/>
            <ac:spMk id="5" creationId="{5BD7D223-F105-AE05-1629-658C0D1CC4E4}"/>
          </ac:spMkLst>
        </pc:spChg>
        <pc:spChg chg="del">
          <ac:chgData name="SKOVRANKOVA Jana SLOVAKIA" userId="6d4acbd3-1730-4702-a091-4aac366df736" providerId="ADAL" clId="{10B55336-4F71-47F4-861E-8424D48C9DCD}" dt="2025-04-10T21:34:19.353" v="2134" actId="478"/>
          <ac:spMkLst>
            <pc:docMk/>
            <pc:sldMk cId="3957461630" sldId="273"/>
            <ac:spMk id="6" creationId="{7EB39CC1-59E9-6155-DE97-28AAD9F496E2}"/>
          </ac:spMkLst>
        </pc:spChg>
        <pc:spChg chg="add mod">
          <ac:chgData name="SKOVRANKOVA Jana SLOVAKIA" userId="6d4acbd3-1730-4702-a091-4aac366df736" providerId="ADAL" clId="{10B55336-4F71-47F4-861E-8424D48C9DCD}" dt="2025-04-10T21:34:32.312" v="2136" actId="1076"/>
          <ac:spMkLst>
            <pc:docMk/>
            <pc:sldMk cId="3957461630" sldId="273"/>
            <ac:spMk id="8" creationId="{4F68CAAE-8892-ABE6-F9FE-4CBED74B5CB0}"/>
          </ac:spMkLst>
        </pc:spChg>
        <pc:picChg chg="del">
          <ac:chgData name="SKOVRANKOVA Jana SLOVAKIA" userId="6d4acbd3-1730-4702-a091-4aac366df736" providerId="ADAL" clId="{10B55336-4F71-47F4-861E-8424D48C9DCD}" dt="2025-04-10T21:34:10.157" v="2131" actId="478"/>
          <ac:picMkLst>
            <pc:docMk/>
            <pc:sldMk cId="3957461630" sldId="273"/>
            <ac:picMk id="3" creationId="{60F1266C-51C9-7C08-83F0-CA14C3F62E5A}"/>
          </ac:picMkLst>
        </pc:picChg>
        <pc:picChg chg="add mod">
          <ac:chgData name="SKOVRANKOVA Jana SLOVAKIA" userId="6d4acbd3-1730-4702-a091-4aac366df736" providerId="ADAL" clId="{10B55336-4F71-47F4-861E-8424D48C9DCD}" dt="2025-04-10T21:34:15.872" v="2133" actId="1076"/>
          <ac:picMkLst>
            <pc:docMk/>
            <pc:sldMk cId="3957461630" sldId="273"/>
            <ac:picMk id="7" creationId="{2402C560-4EA3-9805-E14A-6F437A1B1C76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44:26.985" v="2295" actId="20577"/>
        <pc:sldMkLst>
          <pc:docMk/>
          <pc:sldMk cId="3320450760" sldId="274"/>
        </pc:sldMkLst>
        <pc:spChg chg="add mod">
          <ac:chgData name="SKOVRANKOVA Jana SLOVAKIA" userId="6d4acbd3-1730-4702-a091-4aac366df736" providerId="ADAL" clId="{10B55336-4F71-47F4-861E-8424D48C9DCD}" dt="2025-04-10T21:44:26.985" v="2295" actId="20577"/>
          <ac:spMkLst>
            <pc:docMk/>
            <pc:sldMk cId="3320450760" sldId="274"/>
            <ac:spMk id="5" creationId="{0F9EBABB-BCA3-FCA3-CC24-4FAEA8ED7B8E}"/>
          </ac:spMkLst>
        </pc:spChg>
        <pc:picChg chg="add">
          <ac:chgData name="SKOVRANKOVA Jana SLOVAKIA" userId="6d4acbd3-1730-4702-a091-4aac366df736" providerId="ADAL" clId="{10B55336-4F71-47F4-861E-8424D48C9DCD}" dt="2025-04-10T21:43:25.874" v="2184" actId="22"/>
          <ac:picMkLst>
            <pc:docMk/>
            <pc:sldMk cId="3320450760" sldId="274"/>
            <ac:picMk id="3" creationId="{CECAC6B6-517D-4F98-7C65-87C615A3D326}"/>
          </ac:picMkLst>
        </pc:picChg>
        <pc:picChg chg="add mod">
          <ac:chgData name="SKOVRANKOVA Jana SLOVAKIA" userId="6d4acbd3-1730-4702-a091-4aac366df736" providerId="ADAL" clId="{10B55336-4F71-47F4-861E-8424D48C9DCD}" dt="2025-04-10T21:43:31.755" v="2185"/>
          <ac:picMkLst>
            <pc:docMk/>
            <pc:sldMk cId="3320450760" sldId="274"/>
            <ac:picMk id="4" creationId="{662A431A-0E10-B8BA-7000-B414D48B6B0D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45:59.750" v="2343" actId="20577"/>
        <pc:sldMkLst>
          <pc:docMk/>
          <pc:sldMk cId="3386095578" sldId="275"/>
        </pc:sldMkLst>
        <pc:spChg chg="add mod">
          <ac:chgData name="SKOVRANKOVA Jana SLOVAKIA" userId="6d4acbd3-1730-4702-a091-4aac366df736" providerId="ADAL" clId="{10B55336-4F71-47F4-861E-8424D48C9DCD}" dt="2025-04-10T21:45:59.750" v="2343" actId="20577"/>
          <ac:spMkLst>
            <pc:docMk/>
            <pc:sldMk cId="3386095578" sldId="275"/>
            <ac:spMk id="5" creationId="{685713A6-D4E0-3504-7CB1-424FA80C294D}"/>
          </ac:spMkLst>
        </pc:spChg>
        <pc:spChg chg="add mod">
          <ac:chgData name="SKOVRANKOVA Jana SLOVAKIA" userId="6d4acbd3-1730-4702-a091-4aac366df736" providerId="ADAL" clId="{10B55336-4F71-47F4-861E-8424D48C9DCD}" dt="2025-04-10T21:45:41.366" v="2303" actId="14100"/>
          <ac:spMkLst>
            <pc:docMk/>
            <pc:sldMk cId="3386095578" sldId="275"/>
            <ac:spMk id="6" creationId="{E5A3233A-25B6-3D32-761E-8361FDB84063}"/>
          </ac:spMkLst>
        </pc:spChg>
        <pc:picChg chg="add">
          <ac:chgData name="SKOVRANKOVA Jana SLOVAKIA" userId="6d4acbd3-1730-4702-a091-4aac366df736" providerId="ADAL" clId="{10B55336-4F71-47F4-861E-8424D48C9DCD}" dt="2025-04-10T21:45:16.100" v="2297" actId="22"/>
          <ac:picMkLst>
            <pc:docMk/>
            <pc:sldMk cId="3386095578" sldId="275"/>
            <ac:picMk id="3" creationId="{1EFE1375-DF8C-410F-021D-9855C33D5799}"/>
          </ac:picMkLst>
        </pc:picChg>
        <pc:picChg chg="add mod">
          <ac:chgData name="SKOVRANKOVA Jana SLOVAKIA" userId="6d4acbd3-1730-4702-a091-4aac366df736" providerId="ADAL" clId="{10B55336-4F71-47F4-861E-8424D48C9DCD}" dt="2025-04-10T21:45:20.354" v="2298"/>
          <ac:picMkLst>
            <pc:docMk/>
            <pc:sldMk cId="3386095578" sldId="275"/>
            <ac:picMk id="4" creationId="{1303472E-00D1-FE37-7714-EADF872AFE7F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56:47.981" v="2592" actId="14100"/>
        <pc:sldMkLst>
          <pc:docMk/>
          <pc:sldMk cId="1743566486" sldId="276"/>
        </pc:sldMkLst>
        <pc:spChg chg="add mod">
          <ac:chgData name="SKOVRANKOVA Jana SLOVAKIA" userId="6d4acbd3-1730-4702-a091-4aac366df736" providerId="ADAL" clId="{10B55336-4F71-47F4-861E-8424D48C9DCD}" dt="2025-04-10T21:56:44.309" v="2590" actId="14100"/>
          <ac:spMkLst>
            <pc:docMk/>
            <pc:sldMk cId="1743566486" sldId="276"/>
            <ac:spMk id="5" creationId="{D382D74D-DCE9-F0D9-6E3A-AE8C7650292C}"/>
          </ac:spMkLst>
        </pc:spChg>
        <pc:spChg chg="add mod">
          <ac:chgData name="SKOVRANKOVA Jana SLOVAKIA" userId="6d4acbd3-1730-4702-a091-4aac366df736" providerId="ADAL" clId="{10B55336-4F71-47F4-861E-8424D48C9DCD}" dt="2025-04-10T21:56:37.949" v="2588" actId="1076"/>
          <ac:spMkLst>
            <pc:docMk/>
            <pc:sldMk cId="1743566486" sldId="276"/>
            <ac:spMk id="6" creationId="{EFE8BE9D-16F9-9533-85CC-6C651EB20CA0}"/>
          </ac:spMkLst>
        </pc:spChg>
        <pc:picChg chg="add mod">
          <ac:chgData name="SKOVRANKOVA Jana SLOVAKIA" userId="6d4acbd3-1730-4702-a091-4aac366df736" providerId="ADAL" clId="{10B55336-4F71-47F4-861E-8424D48C9DCD}" dt="2025-04-10T21:56:35.941" v="2587" actId="14100"/>
          <ac:picMkLst>
            <pc:docMk/>
            <pc:sldMk cId="1743566486" sldId="276"/>
            <ac:picMk id="3" creationId="{40B44326-A5AA-8409-7815-E349D4C90DB4}"/>
          </ac:picMkLst>
        </pc:picChg>
        <pc:picChg chg="add mod">
          <ac:chgData name="SKOVRANKOVA Jana SLOVAKIA" userId="6d4acbd3-1730-4702-a091-4aac366df736" providerId="ADAL" clId="{10B55336-4F71-47F4-861E-8424D48C9DCD}" dt="2025-04-10T21:54:50.996" v="2514"/>
          <ac:picMkLst>
            <pc:docMk/>
            <pc:sldMk cId="1743566486" sldId="276"/>
            <ac:picMk id="4" creationId="{73851100-7E1B-8E6C-4560-FF1EE3E91C8F}"/>
          </ac:picMkLst>
        </pc:picChg>
        <pc:picChg chg="add mod">
          <ac:chgData name="SKOVRANKOVA Jana SLOVAKIA" userId="6d4acbd3-1730-4702-a091-4aac366df736" providerId="ADAL" clId="{10B55336-4F71-47F4-861E-8424D48C9DCD}" dt="2025-04-10T21:56:47.981" v="2592" actId="14100"/>
          <ac:picMkLst>
            <pc:docMk/>
            <pc:sldMk cId="1743566486" sldId="276"/>
            <ac:picMk id="8" creationId="{2864EC44-F9C4-2BDE-E1FA-1361F4747958}"/>
          </ac:picMkLst>
        </pc:picChg>
      </pc:sldChg>
      <pc:sldChg chg="add del">
        <pc:chgData name="SKOVRANKOVA Jana SLOVAKIA" userId="6d4acbd3-1730-4702-a091-4aac366df736" providerId="ADAL" clId="{10B55336-4F71-47F4-861E-8424D48C9DCD}" dt="2025-04-10T21:58:21.478" v="2593" actId="47"/>
        <pc:sldMkLst>
          <pc:docMk/>
          <pc:sldMk cId="2990108850" sldId="277"/>
        </pc:sldMkLst>
      </pc:sldChg>
      <pc:sldChg chg="add del">
        <pc:chgData name="SKOVRANKOVA Jana SLOVAKIA" userId="6d4acbd3-1730-4702-a091-4aac366df736" providerId="ADAL" clId="{10B55336-4F71-47F4-861E-8424D48C9DCD}" dt="2025-04-10T21:58:22.355" v="2594" actId="47"/>
        <pc:sldMkLst>
          <pc:docMk/>
          <pc:sldMk cId="3566937445" sldId="278"/>
        </pc:sldMkLst>
      </pc:sldChg>
      <pc:sldChg chg="addSp delSp modSp add mod">
        <pc:chgData name="SKOVRANKOVA Jana SLOVAKIA" userId="6d4acbd3-1730-4702-a091-4aac366df736" providerId="ADAL" clId="{10B55336-4F71-47F4-861E-8424D48C9DCD}" dt="2025-04-10T21:36:07.902" v="2165" actId="1076"/>
        <pc:sldMkLst>
          <pc:docMk/>
          <pc:sldMk cId="2440406880" sldId="279"/>
        </pc:sldMkLst>
        <pc:picChg chg="add mod ord">
          <ac:chgData name="SKOVRANKOVA Jana SLOVAKIA" userId="6d4acbd3-1730-4702-a091-4aac366df736" providerId="ADAL" clId="{10B55336-4F71-47F4-861E-8424D48C9DCD}" dt="2025-04-10T21:36:07.902" v="2165" actId="1076"/>
          <ac:picMkLst>
            <pc:docMk/>
            <pc:sldMk cId="2440406880" sldId="279"/>
            <ac:picMk id="3" creationId="{3B921432-BA35-75D6-E870-AEA8786754AA}"/>
          </ac:picMkLst>
        </pc:picChg>
        <pc:picChg chg="del">
          <ac:chgData name="SKOVRANKOVA Jana SLOVAKIA" userId="6d4acbd3-1730-4702-a091-4aac366df736" providerId="ADAL" clId="{10B55336-4F71-47F4-861E-8424D48C9DCD}" dt="2025-04-10T21:35:59.219" v="2161" actId="478"/>
          <ac:picMkLst>
            <pc:docMk/>
            <pc:sldMk cId="2440406880" sldId="279"/>
            <ac:picMk id="7" creationId="{2402C560-4EA3-9805-E14A-6F437A1B1C76}"/>
          </ac:picMkLst>
        </pc:picChg>
      </pc:sldChg>
      <pc:sldChg chg="addSp modSp add mod">
        <pc:chgData name="SKOVRANKOVA Jana SLOVAKIA" userId="6d4acbd3-1730-4702-a091-4aac366df736" providerId="ADAL" clId="{10B55336-4F71-47F4-861E-8424D48C9DCD}" dt="2025-04-10T21:49:14.862" v="2512" actId="1076"/>
        <pc:sldMkLst>
          <pc:docMk/>
          <pc:sldMk cId="3642999125" sldId="280"/>
        </pc:sldMkLst>
        <pc:spChg chg="add mod">
          <ac:chgData name="SKOVRANKOVA Jana SLOVAKIA" userId="6d4acbd3-1730-4702-a091-4aac366df736" providerId="ADAL" clId="{10B55336-4F71-47F4-861E-8424D48C9DCD}" dt="2025-04-10T21:48:05.253" v="2406" actId="1076"/>
          <ac:spMkLst>
            <pc:docMk/>
            <pc:sldMk cId="3642999125" sldId="280"/>
            <ac:spMk id="6" creationId="{FE02B4B2-C95F-9D0E-178F-2D96C43E1AD2}"/>
          </ac:spMkLst>
        </pc:spChg>
        <pc:spChg chg="add mod">
          <ac:chgData name="SKOVRANKOVA Jana SLOVAKIA" userId="6d4acbd3-1730-4702-a091-4aac366df736" providerId="ADAL" clId="{10B55336-4F71-47F4-861E-8424D48C9DCD}" dt="2025-04-10T21:48:21.886" v="2410" actId="1076"/>
          <ac:spMkLst>
            <pc:docMk/>
            <pc:sldMk cId="3642999125" sldId="280"/>
            <ac:spMk id="7" creationId="{49607C72-A90E-5869-D7CE-482000D6875B}"/>
          </ac:spMkLst>
        </pc:spChg>
        <pc:spChg chg="add mod">
          <ac:chgData name="SKOVRANKOVA Jana SLOVAKIA" userId="6d4acbd3-1730-4702-a091-4aac366df736" providerId="ADAL" clId="{10B55336-4F71-47F4-861E-8424D48C9DCD}" dt="2025-04-10T21:49:14.862" v="2512" actId="1076"/>
          <ac:spMkLst>
            <pc:docMk/>
            <pc:sldMk cId="3642999125" sldId="280"/>
            <ac:spMk id="8" creationId="{D3EA6F79-2104-747D-0CA7-428C00B01FD0}"/>
          </ac:spMkLst>
        </pc:spChg>
        <pc:picChg chg="add mod">
          <ac:chgData name="SKOVRANKOVA Jana SLOVAKIA" userId="6d4acbd3-1730-4702-a091-4aac366df736" providerId="ADAL" clId="{10B55336-4F71-47F4-861E-8424D48C9DCD}" dt="2025-04-10T21:47:03.598" v="2345" actId="1076"/>
          <ac:picMkLst>
            <pc:docMk/>
            <pc:sldMk cId="3642999125" sldId="280"/>
            <ac:picMk id="3" creationId="{137C17B0-F78A-3FD3-51CB-C17590ED8FD8}"/>
          </ac:picMkLst>
        </pc:picChg>
        <pc:picChg chg="add mod">
          <ac:chgData name="SKOVRANKOVA Jana SLOVAKIA" userId="6d4acbd3-1730-4702-a091-4aac366df736" providerId="ADAL" clId="{10B55336-4F71-47F4-861E-8424D48C9DCD}" dt="2025-04-10T21:47:24.494" v="2347" actId="1076"/>
          <ac:picMkLst>
            <pc:docMk/>
            <pc:sldMk cId="3642999125" sldId="280"/>
            <ac:picMk id="5" creationId="{E5338744-5A2C-7550-8DB9-96A3441D8B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EB7A42-5E57-CACC-DCB3-889BB7E2C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538A85-8325-FFFF-CC90-E5BC9703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2409B71-1ACA-5685-4225-9AB67292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12041FB-2C15-3261-C412-F7C98D3F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2DA6AE-4E3C-C099-6B0B-5522558B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4053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F3277D-D544-82C8-26A7-7DC50D9E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0C1A0F-A8A1-1125-865E-BD4645DB8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BC6D768-A2BE-AB9B-3B15-647CE1BD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0692A8A-CBF9-1562-B576-6D91B0A0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C3F4A6E-2780-FE4A-45CA-6BC8E1E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954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F228A5-87D8-876C-6E12-DE10CB67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53B3D10-C165-52F5-6FAA-F34BD1556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349E686-A500-E199-8A6F-F896B9F4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917EA4B-FDE4-C8B6-CCEC-3B494F85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1960403-70E0-4C02-8EA0-1E6FA591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3408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FDE037-1B9E-81C0-8242-0FABEC10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159A5D-8967-6A8F-2C8C-F170DF660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D9DA65FA-F531-A359-B39C-5C0EB8242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1547A29-AC09-0A3C-7882-77BAB83E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1F7D0CF-6EE0-E570-BD47-2D3819EF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E3E676EE-5D04-05A3-516A-9A6A15A7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6679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010E96-5219-57E6-FC39-5874A053C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0897AC0-D535-719A-EF09-9D2A37AF5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48F9F1B-6886-7D42-616C-2F3BCE330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29425D0-88E5-A745-3CA6-4A31D80CC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FE86379-F1F6-ACB9-93B1-3E52EC2D8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4BBD270D-73FD-7F47-41AE-E4178E18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53983F-B46A-2E14-9155-149793B3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153198EF-9C8B-3F81-14E6-5FB85191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2337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1E165E-2E88-BF93-B5D3-61AB3328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3351ADA6-27D9-731D-D117-4780A167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5E6CA5E6-7D32-C3BD-705E-BDEF4CD8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5AF43794-6FA2-11E6-BA89-C6A14B86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7162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28048B9-5FA5-344E-EB9F-EB4820B7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B32ABDEC-208F-F834-D0BA-75261A1B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B5650CA-2F7D-4771-BA85-8E36187C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9494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7AF8C7-233B-AD94-5F2E-A2855347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BC38DE-3014-3216-F16D-02460CA4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3E9AFEE-C722-A39E-9A2B-EDD36CA80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142FC632-8560-2917-7350-F1532AC8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9A9BFB5-AAF3-4B12-94D6-8024227B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772E73FD-91D5-7A74-D1C3-5080322B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2409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E70099-4E2D-B7B5-05E1-5145179C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7E672027-434C-7AF4-62B1-BBB7E8000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C07ECBE-FE76-B967-BD5C-FC14C5B25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8C324D5-F163-8553-7E81-165C0D76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BF96816-AFE3-B953-3173-D1292819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CE957DF-2D3C-2980-9B53-5183AAE4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550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24584D-FA82-E24F-3C09-0F941991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1E86EFB7-91CF-48B7-3101-6AC4CA98A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95E6C06-86A5-4FDD-1F77-2A5D0A8F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6454BB5-7CAE-6273-265C-53FF5530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0975E79-07E3-A618-26CA-5A527092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99045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B0F58FCC-F45C-636C-23FC-DCD95974B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DB54BF01-77C2-821A-605F-1BB19D0E7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EDE9397-B814-504E-FC46-E058A9C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741B2BA-D3BD-CD51-304B-87D1F99A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C12E988-155B-BC38-37B5-F929BD13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6857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1C1E170C-B556-EA39-7FA5-4647D777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8EC2D4A-83E1-6CC1-63E4-9F35763FC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C2ACC06-3797-9BD0-CD73-EECA21E70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D95EC-56A1-4F14-9E72-324206C392B5}" type="datetimeFigureOut">
              <a:rPr lang="sk-SK" smtClean="0"/>
              <a:t>10. 4. 2025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674DF7C-ABC8-ABB8-E448-D7787BFF2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E9E6359-2C14-73E1-2815-2DCA249F2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AF9B8-8612-4857-9EC5-D32DBF3192B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449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7D92CDC8-E11D-E32C-7AC2-F90F2A6C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00050"/>
            <a:ext cx="10763250" cy="240030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BDD5DEA1-46E7-06B1-D347-FC6417356F5E}"/>
              </a:ext>
            </a:extLst>
          </p:cNvPr>
          <p:cNvSpPr txBox="1"/>
          <p:nvPr/>
        </p:nvSpPr>
        <p:spPr>
          <a:xfrm>
            <a:off x="3421581" y="2937753"/>
            <a:ext cx="5348837" cy="369332"/>
          </a:xfrm>
          <a:prstGeom prst="rect">
            <a:avLst/>
          </a:prstGeom>
          <a:solidFill>
            <a:srgbClr val="FFFFCC"/>
          </a:solidFill>
        </p:spPr>
        <p:txBody>
          <a:bodyPr wrap="none" rtlCol="0">
            <a:spAutoFit/>
          </a:bodyPr>
          <a:lstStyle/>
          <a:p>
            <a:r>
              <a:rPr lang="sk-SK" dirty="0"/>
              <a:t>Políčka navrhujeme v poradí ako ide originál dotazník</a:t>
            </a:r>
          </a:p>
        </p:txBody>
      </p:sp>
      <p:sp>
        <p:nvSpPr>
          <p:cNvPr id="7" name="Šípka: nadol 6">
            <a:extLst>
              <a:ext uri="{FF2B5EF4-FFF2-40B4-BE49-F238E27FC236}">
                <a16:creationId xmlns:a16="http://schemas.microsoft.com/office/drawing/2014/main" id="{C3CD19F8-E065-6D1F-A569-92D8D2C680AB}"/>
              </a:ext>
            </a:extLst>
          </p:cNvPr>
          <p:cNvSpPr/>
          <p:nvPr/>
        </p:nvSpPr>
        <p:spPr>
          <a:xfrm>
            <a:off x="5457217" y="3487047"/>
            <a:ext cx="924128" cy="59338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E2897A3C-D142-FCC7-9329-757ED6EEB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72" y="4241745"/>
            <a:ext cx="1838325" cy="1590675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BCC6E45A-809D-EC48-4C82-0621C9910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838" y="4289369"/>
            <a:ext cx="1838325" cy="1495425"/>
          </a:xfrm>
          <a:prstGeom prst="rect">
            <a:avLst/>
          </a:prstGeo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1F7FFE49-5CE2-8AE9-7CDC-1E393D0A8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980" y="4241745"/>
            <a:ext cx="1895475" cy="1552575"/>
          </a:xfrm>
          <a:prstGeom prst="rect">
            <a:avLst/>
          </a:prstGeom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54961E8A-CCB9-F926-F61F-07BEFB70DE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279" y="4270319"/>
            <a:ext cx="1762125" cy="1495425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EDB07EAA-3F29-AB9E-BB93-6D3CF0DD9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404" y="4238274"/>
            <a:ext cx="1714500" cy="1524000"/>
          </a:xfrm>
          <a:prstGeom prst="rect">
            <a:avLst/>
          </a:prstGeom>
        </p:spPr>
      </p:pic>
      <p:pic>
        <p:nvPicPr>
          <p:cNvPr id="19" name="Obrázok 18">
            <a:extLst>
              <a:ext uri="{FF2B5EF4-FFF2-40B4-BE49-F238E27FC236}">
                <a16:creationId xmlns:a16="http://schemas.microsoft.com/office/drawing/2014/main" id="{6EE693BF-AE81-7433-4659-8BC2F3E6D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244" y="4222693"/>
            <a:ext cx="17907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2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CDBDFBD0-BA0D-6825-D98E-D123B6FD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23" y="230899"/>
            <a:ext cx="10296525" cy="1771650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8970F7EC-1C40-E86D-55DB-051D045A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23" y="2347441"/>
            <a:ext cx="6256135" cy="2163118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997622DB-CABD-DE96-8E14-CDBFE1F4E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49" y="4658379"/>
            <a:ext cx="6256135" cy="1966046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FDD85F3E-3415-CA8F-0F4C-9651468C6093}"/>
              </a:ext>
            </a:extLst>
          </p:cNvPr>
          <p:cNvSpPr txBox="1"/>
          <p:nvPr/>
        </p:nvSpPr>
        <p:spPr>
          <a:xfrm>
            <a:off x="1063352" y="1965703"/>
            <a:ext cx="9814855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Tu by všetci mali zakliknúť ÁNO, ak dajú nie taký pacient by nemal byť zaradený – dať </a:t>
            </a:r>
            <a:r>
              <a:rPr lang="sk-SK" dirty="0" err="1"/>
              <a:t>alert</a:t>
            </a:r>
            <a:endParaRPr lang="sk-SK" dirty="0"/>
          </a:p>
        </p:txBody>
      </p:sp>
      <p:sp>
        <p:nvSpPr>
          <p:cNvPr id="11" name="Šípka: zakrivená doprava 10">
            <a:extLst>
              <a:ext uri="{FF2B5EF4-FFF2-40B4-BE49-F238E27FC236}">
                <a16:creationId xmlns:a16="http://schemas.microsoft.com/office/drawing/2014/main" id="{C20B8E57-98A3-1887-D956-BE7C2CF6B64D}"/>
              </a:ext>
            </a:extLst>
          </p:cNvPr>
          <p:cNvSpPr/>
          <p:nvPr/>
        </p:nvSpPr>
        <p:spPr>
          <a:xfrm>
            <a:off x="578069" y="1608083"/>
            <a:ext cx="346841" cy="542286"/>
          </a:xfrm>
          <a:prstGeom prst="curvedRight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tx1"/>
              </a:solidFill>
            </a:endParaRPr>
          </a:p>
        </p:txBody>
      </p:sp>
      <p:sp>
        <p:nvSpPr>
          <p:cNvPr id="12" name="Šípka: nadol 11">
            <a:extLst>
              <a:ext uri="{FF2B5EF4-FFF2-40B4-BE49-F238E27FC236}">
                <a16:creationId xmlns:a16="http://schemas.microsoft.com/office/drawing/2014/main" id="{CE64454C-0A3E-09A4-40E4-9F23F1A28A50}"/>
              </a:ext>
            </a:extLst>
          </p:cNvPr>
          <p:cNvSpPr/>
          <p:nvPr/>
        </p:nvSpPr>
        <p:spPr>
          <a:xfrm rot="16200000">
            <a:off x="6922888" y="3440659"/>
            <a:ext cx="924128" cy="59338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Šípka: nadol 12">
            <a:extLst>
              <a:ext uri="{FF2B5EF4-FFF2-40B4-BE49-F238E27FC236}">
                <a16:creationId xmlns:a16="http://schemas.microsoft.com/office/drawing/2014/main" id="{BEE20FEB-559C-D1ED-D95E-36C94B3CC60E}"/>
              </a:ext>
            </a:extLst>
          </p:cNvPr>
          <p:cNvSpPr/>
          <p:nvPr/>
        </p:nvSpPr>
        <p:spPr>
          <a:xfrm rot="16200000">
            <a:off x="6759978" y="5616182"/>
            <a:ext cx="924128" cy="59338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2FF5468F-D068-0993-3BE9-79AC59B71076}"/>
              </a:ext>
            </a:extLst>
          </p:cNvPr>
          <p:cNvSpPr txBox="1"/>
          <p:nvPr/>
        </p:nvSpPr>
        <p:spPr>
          <a:xfrm>
            <a:off x="7917737" y="3146509"/>
            <a:ext cx="3442139" cy="9233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Tu by všade mali zakliknúť ÁNO, ak dajú nie taký pacient by nemal byť zaradený – dať </a:t>
            </a:r>
            <a:r>
              <a:rPr lang="sk-SK" dirty="0" err="1"/>
              <a:t>alert</a:t>
            </a:r>
            <a:endParaRPr lang="sk-SK" dirty="0"/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0918DBA5-8849-E4E4-DBCB-95F8B205087F}"/>
              </a:ext>
            </a:extLst>
          </p:cNvPr>
          <p:cNvSpPr txBox="1"/>
          <p:nvPr/>
        </p:nvSpPr>
        <p:spPr>
          <a:xfrm>
            <a:off x="7917738" y="5404830"/>
            <a:ext cx="3442138" cy="9233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Tu by všade mali zakliknúť NIE, ak dajú nie taký pacient by nemal byť zaradený – dať </a:t>
            </a:r>
            <a:r>
              <a:rPr lang="sk-SK" dirty="0" err="1"/>
              <a:t>alert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6150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216AE137-58CA-4B51-9F4D-67A2DA81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928BC63C-664B-EA57-0F2A-831D0C5E978B}"/>
              </a:ext>
            </a:extLst>
          </p:cNvPr>
          <p:cNvSpPr txBox="1"/>
          <p:nvPr/>
        </p:nvSpPr>
        <p:spPr>
          <a:xfrm>
            <a:off x="1039485" y="4356651"/>
            <a:ext cx="9814855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</a:t>
            </a:r>
            <a:r>
              <a:rPr lang="sk-SK" b="1" dirty="0"/>
              <a:t>neznámy</a:t>
            </a:r>
            <a:r>
              <a:rPr lang="sk-SK" dirty="0"/>
              <a:t>, nemal by sa objavovať žiaden rok</a:t>
            </a: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829ED72-88CD-FC2C-62FC-9F6367EF0D38}"/>
              </a:ext>
            </a:extLst>
          </p:cNvPr>
          <p:cNvSpPr txBox="1"/>
          <p:nvPr/>
        </p:nvSpPr>
        <p:spPr>
          <a:xfrm>
            <a:off x="1039485" y="4847980"/>
            <a:ext cx="9814855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Rok by malo pustiť iba do max. 2024 vrátane, 2025 už nie, keďže pacienti majú mať  už min. 1 rok liečenú hypertenziu (</a:t>
            </a:r>
            <a:r>
              <a:rPr lang="sk-SK" dirty="0" err="1"/>
              <a:t>zaraďovacie</a:t>
            </a:r>
            <a:r>
              <a:rPr lang="sk-SK" dirty="0"/>
              <a:t> kritérium)</a:t>
            </a: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5C226018-93BD-041C-5827-AA2179CF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85" y="1990603"/>
            <a:ext cx="103060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2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CE090997-DF64-4A15-3FAF-E358E7F5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65" y="1437464"/>
            <a:ext cx="8499644" cy="4813533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D956897A-78E2-B2B7-6955-DBE3DF4A7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sp>
        <p:nvSpPr>
          <p:cNvPr id="5" name="Šípka: nadol 4">
            <a:extLst>
              <a:ext uri="{FF2B5EF4-FFF2-40B4-BE49-F238E27FC236}">
                <a16:creationId xmlns:a16="http://schemas.microsoft.com/office/drawing/2014/main" id="{10064DCB-A431-0ACD-05EF-0FF1A2F3B292}"/>
              </a:ext>
            </a:extLst>
          </p:cNvPr>
          <p:cNvSpPr/>
          <p:nvPr/>
        </p:nvSpPr>
        <p:spPr>
          <a:xfrm rot="16200000">
            <a:off x="3961752" y="579769"/>
            <a:ext cx="275307" cy="3993188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99BB9203-F1A0-5A62-48CA-5AF8B96B2DEF}"/>
              </a:ext>
            </a:extLst>
          </p:cNvPr>
          <p:cNvSpPr txBox="1"/>
          <p:nvPr/>
        </p:nvSpPr>
        <p:spPr>
          <a:xfrm>
            <a:off x="6309432" y="2390851"/>
            <a:ext cx="4679581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políčko </a:t>
            </a:r>
            <a:r>
              <a:rPr lang="sk-SK" b="1" dirty="0"/>
              <a:t>žiadne</a:t>
            </a:r>
            <a:r>
              <a:rPr lang="sk-SK" dirty="0"/>
              <a:t> ostatné možnosti by ho už nemalo pustiť</a:t>
            </a:r>
          </a:p>
        </p:txBody>
      </p:sp>
    </p:spTree>
    <p:extLst>
      <p:ext uri="{BB962C8B-B14F-4D97-AF65-F5344CB8AC3E}">
        <p14:creationId xmlns:p14="http://schemas.microsoft.com/office/powerpoint/2010/main" val="294697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082E6F51-6396-94CA-9ADC-50EC9DB5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A050A604-3628-D231-3DA3-B8E94C9EF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01" y="1447800"/>
            <a:ext cx="8104707" cy="4610911"/>
          </a:xfrm>
          <a:prstGeom prst="rect">
            <a:avLst/>
          </a:prstGeom>
        </p:spPr>
      </p:pic>
      <p:sp>
        <p:nvSpPr>
          <p:cNvPr id="5" name="Šípka: nadol 4">
            <a:extLst>
              <a:ext uri="{FF2B5EF4-FFF2-40B4-BE49-F238E27FC236}">
                <a16:creationId xmlns:a16="http://schemas.microsoft.com/office/drawing/2014/main" id="{39CCD9F3-8571-FD48-0F89-B56AB848C38C}"/>
              </a:ext>
            </a:extLst>
          </p:cNvPr>
          <p:cNvSpPr/>
          <p:nvPr/>
        </p:nvSpPr>
        <p:spPr>
          <a:xfrm rot="16200000">
            <a:off x="7865825" y="2840632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4B87C2D-F15B-DD41-298C-5EC7B718E003}"/>
              </a:ext>
            </a:extLst>
          </p:cNvPr>
          <p:cNvSpPr txBox="1"/>
          <p:nvPr/>
        </p:nvSpPr>
        <p:spPr>
          <a:xfrm>
            <a:off x="8677072" y="2828835"/>
            <a:ext cx="2986392" cy="17543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políčko </a:t>
            </a:r>
            <a:r>
              <a:rPr lang="sk-SK" b="1" dirty="0" err="1"/>
              <a:t>dyslipidémia</a:t>
            </a:r>
            <a:r>
              <a:rPr lang="sk-SK" dirty="0"/>
              <a:t>, nedávať tu už tieto možnosti je to v </a:t>
            </a:r>
            <a:r>
              <a:rPr lang="sk-SK" dirty="0" err="1"/>
              <a:t>eCRF</a:t>
            </a:r>
            <a:r>
              <a:rPr lang="sk-SK" dirty="0"/>
              <a:t> zbytočne 2 krát – vyplní následne v časti liečba (tam to je tiež)</a:t>
            </a:r>
          </a:p>
        </p:txBody>
      </p:sp>
    </p:spTree>
    <p:extLst>
      <p:ext uri="{BB962C8B-B14F-4D97-AF65-F5344CB8AC3E}">
        <p14:creationId xmlns:p14="http://schemas.microsoft.com/office/powerpoint/2010/main" val="387165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234E0FF9-2366-6CCD-6085-2D59C984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A935AD30-7EAB-BBAC-6119-0493BEFA1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833"/>
            <a:ext cx="7771858" cy="5603133"/>
          </a:xfrm>
          <a:prstGeom prst="rect">
            <a:avLst/>
          </a:prstGeom>
        </p:spPr>
      </p:pic>
      <p:sp>
        <p:nvSpPr>
          <p:cNvPr id="5" name="Šípka: nadol 4">
            <a:extLst>
              <a:ext uri="{FF2B5EF4-FFF2-40B4-BE49-F238E27FC236}">
                <a16:creationId xmlns:a16="http://schemas.microsoft.com/office/drawing/2014/main" id="{71DCE434-F88D-770E-255F-D7F5F6F9CD86}"/>
              </a:ext>
            </a:extLst>
          </p:cNvPr>
          <p:cNvSpPr/>
          <p:nvPr/>
        </p:nvSpPr>
        <p:spPr>
          <a:xfrm rot="16200000">
            <a:off x="7266175" y="3416478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F0EC8AE5-11DF-133D-5737-3B1860BADBAF}"/>
              </a:ext>
            </a:extLst>
          </p:cNvPr>
          <p:cNvSpPr txBox="1"/>
          <p:nvPr/>
        </p:nvSpPr>
        <p:spPr>
          <a:xfrm>
            <a:off x="8077421" y="3404681"/>
            <a:ext cx="3566587" cy="147732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políčko </a:t>
            </a:r>
            <a:r>
              <a:rPr lang="sk-SK" b="1" dirty="0"/>
              <a:t>pozitívny </a:t>
            </a:r>
            <a:r>
              <a:rPr lang="sk-SK" b="1" dirty="0" err="1"/>
              <a:t>angiografický</a:t>
            </a:r>
            <a:r>
              <a:rPr lang="sk-SK" b="1" dirty="0"/>
              <a:t> nález </a:t>
            </a:r>
            <a:r>
              <a:rPr lang="sk-SK" dirty="0"/>
              <a:t>umožniť aby v prípade potreby mohol aj obe možnosti zakliknúť, nie len jednu z nich</a:t>
            </a:r>
          </a:p>
        </p:txBody>
      </p:sp>
    </p:spTree>
    <p:extLst>
      <p:ext uri="{BB962C8B-B14F-4D97-AF65-F5344CB8AC3E}">
        <p14:creationId xmlns:p14="http://schemas.microsoft.com/office/powerpoint/2010/main" val="175865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9008C7B3-E7B2-775E-5F1C-B2E3A849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3" y="932262"/>
            <a:ext cx="7635153" cy="5565813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DBC563B0-8924-A1F2-073E-2FA61AC71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sp>
        <p:nvSpPr>
          <p:cNvPr id="5" name="Šípka: nadol 4">
            <a:extLst>
              <a:ext uri="{FF2B5EF4-FFF2-40B4-BE49-F238E27FC236}">
                <a16:creationId xmlns:a16="http://schemas.microsoft.com/office/drawing/2014/main" id="{D05D8B4E-9251-DBC5-3148-52FB92123D77}"/>
              </a:ext>
            </a:extLst>
          </p:cNvPr>
          <p:cNvSpPr/>
          <p:nvPr/>
        </p:nvSpPr>
        <p:spPr>
          <a:xfrm rot="16200000">
            <a:off x="7266175" y="3416478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FC8C2632-6FE2-72F0-13D4-1A52A094A2FC}"/>
              </a:ext>
            </a:extLst>
          </p:cNvPr>
          <p:cNvSpPr txBox="1"/>
          <p:nvPr/>
        </p:nvSpPr>
        <p:spPr>
          <a:xfrm>
            <a:off x="8077421" y="3404681"/>
            <a:ext cx="3566587" cy="17543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políčko </a:t>
            </a:r>
            <a:r>
              <a:rPr lang="sk-SK" b="1" dirty="0"/>
              <a:t>predchádzajúca re-</a:t>
            </a:r>
            <a:r>
              <a:rPr lang="sk-SK" b="1" dirty="0" err="1"/>
              <a:t>vaskularizácia</a:t>
            </a:r>
            <a:r>
              <a:rPr lang="sk-SK" b="1" dirty="0"/>
              <a:t> </a:t>
            </a:r>
            <a:r>
              <a:rPr lang="sk-SK" dirty="0"/>
              <a:t>umožniť aby v prípade potreby mohol aj obe možnosti zakliknúť, nie len jednu z nich</a:t>
            </a:r>
          </a:p>
        </p:txBody>
      </p:sp>
    </p:spTree>
    <p:extLst>
      <p:ext uri="{BB962C8B-B14F-4D97-AF65-F5344CB8AC3E}">
        <p14:creationId xmlns:p14="http://schemas.microsoft.com/office/powerpoint/2010/main" val="134649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054ED89E-A119-3B3F-F46C-F914EA16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776412"/>
            <a:ext cx="10153650" cy="330517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715E9CCB-EE48-2F2A-33FD-9B8919B6C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6F508F54-7B5D-E2D3-62FA-8A1291F98E50}"/>
              </a:ext>
            </a:extLst>
          </p:cNvPr>
          <p:cNvSpPr txBox="1"/>
          <p:nvPr/>
        </p:nvSpPr>
        <p:spPr>
          <a:xfrm>
            <a:off x="1188572" y="5225533"/>
            <a:ext cx="9814855" cy="9233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zaklikne </a:t>
            </a:r>
            <a:r>
              <a:rPr lang="sk-SK" b="1" dirty="0"/>
              <a:t>neznáma</a:t>
            </a:r>
            <a:r>
              <a:rPr lang="sk-SK" dirty="0"/>
              <a:t>, nemala by sa objavovať žiadna hodnota a v tom prípade nepočíta BMI</a:t>
            </a:r>
          </a:p>
          <a:p>
            <a:r>
              <a:rPr lang="sk-SK" dirty="0"/>
              <a:t>Povoliť hodnoty aj mimo nastavených dolných limitov (len ich dať napr. červenou) aby to lekára upozornilo že sa možno pomýlil (viem si aj ženu so 49 kg predstaviť ...)</a:t>
            </a:r>
          </a:p>
        </p:txBody>
      </p:sp>
    </p:spTree>
    <p:extLst>
      <p:ext uri="{BB962C8B-B14F-4D97-AF65-F5344CB8AC3E}">
        <p14:creationId xmlns:p14="http://schemas.microsoft.com/office/powerpoint/2010/main" val="215947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6D4F70AD-CDD1-E942-7475-170FC65C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6" y="0"/>
            <a:ext cx="7166103" cy="5405172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18FAF3C1-DAB8-D482-9BB0-CA4354CE9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FC773862-8DBF-8F88-0CFF-33F6B13934EB}"/>
              </a:ext>
            </a:extLst>
          </p:cNvPr>
          <p:cNvSpPr txBox="1"/>
          <p:nvPr/>
        </p:nvSpPr>
        <p:spPr>
          <a:xfrm>
            <a:off x="5797685" y="4611993"/>
            <a:ext cx="4164882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Tu je to zle nastavené – aj TK aj SF sa prepočítava priemer z merania č. 2 a č.3</a:t>
            </a:r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2FF83BC9-4F49-8F68-4612-B247D4ADC96F}"/>
              </a:ext>
            </a:extLst>
          </p:cNvPr>
          <p:cNvSpPr/>
          <p:nvPr/>
        </p:nvSpPr>
        <p:spPr>
          <a:xfrm rot="16200000" flipH="1">
            <a:off x="4811407" y="4547675"/>
            <a:ext cx="807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7F4524B1-A980-2723-6131-016E2EFD97AD}"/>
              </a:ext>
            </a:extLst>
          </p:cNvPr>
          <p:cNvSpPr txBox="1"/>
          <p:nvPr/>
        </p:nvSpPr>
        <p:spPr>
          <a:xfrm>
            <a:off x="327498" y="5591244"/>
            <a:ext cx="11569430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Zároveň ak nejaké meranie bude chýbať (</a:t>
            </a:r>
            <a:r>
              <a:rPr lang="sk-SK" dirty="0" err="1"/>
              <a:t>napr</a:t>
            </a:r>
            <a:r>
              <a:rPr lang="sk-SK" dirty="0"/>
              <a:t> lekár odmeria iba 1 alebo 2 krát) – vtedy </a:t>
            </a:r>
            <a:r>
              <a:rPr lang="sk-SK" dirty="0" err="1"/>
              <a:t>nieje</a:t>
            </a:r>
            <a:r>
              <a:rPr lang="sk-SK" dirty="0"/>
              <a:t> možné počítať priemer lebo vyjde blbosť, Ak lekár neurobí niektoré meranie dať </a:t>
            </a:r>
            <a:r>
              <a:rPr lang="sk-SK" dirty="0" err="1"/>
              <a:t>alert</a:t>
            </a:r>
            <a:r>
              <a:rPr lang="sk-SK" dirty="0"/>
              <a:t>, že treba 3 merania </a:t>
            </a:r>
          </a:p>
        </p:txBody>
      </p:sp>
    </p:spTree>
    <p:extLst>
      <p:ext uri="{BB962C8B-B14F-4D97-AF65-F5344CB8AC3E}">
        <p14:creationId xmlns:p14="http://schemas.microsoft.com/office/powerpoint/2010/main" val="208216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>
            <a:extLst>
              <a:ext uri="{FF2B5EF4-FFF2-40B4-BE49-F238E27FC236}">
                <a16:creationId xmlns:a16="http://schemas.microsoft.com/office/drawing/2014/main" id="{C135DD8E-0A6F-5A32-DD1A-0948500A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550" y="0"/>
            <a:ext cx="1695450" cy="144780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4CD81082-D8C1-700B-FD7F-740DDB65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2" y="700088"/>
            <a:ext cx="9287267" cy="5048960"/>
          </a:xfrm>
          <a:prstGeom prst="rect">
            <a:avLst/>
          </a:prstGeom>
        </p:spPr>
      </p:pic>
      <p:sp>
        <p:nvSpPr>
          <p:cNvPr id="5" name="Šípka: nadol 4">
            <a:extLst>
              <a:ext uri="{FF2B5EF4-FFF2-40B4-BE49-F238E27FC236}">
                <a16:creationId xmlns:a16="http://schemas.microsoft.com/office/drawing/2014/main" id="{F2AED4E7-031E-92D3-4F93-1C3E3835971A}"/>
              </a:ext>
            </a:extLst>
          </p:cNvPr>
          <p:cNvSpPr/>
          <p:nvPr/>
        </p:nvSpPr>
        <p:spPr>
          <a:xfrm rot="16200000">
            <a:off x="5291460" y="3970955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37D81591-F891-74BD-89A9-9BB6613311DA}"/>
              </a:ext>
            </a:extLst>
          </p:cNvPr>
          <p:cNvSpPr/>
          <p:nvPr/>
        </p:nvSpPr>
        <p:spPr>
          <a:xfrm rot="16200000">
            <a:off x="5291460" y="4411140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F699DC3E-FFC0-665D-6E2D-D9EEBF4CDBAC}"/>
              </a:ext>
            </a:extLst>
          </p:cNvPr>
          <p:cNvSpPr txBox="1"/>
          <p:nvPr/>
        </p:nvSpPr>
        <p:spPr>
          <a:xfrm>
            <a:off x="6007373" y="4173773"/>
            <a:ext cx="918721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g/l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30A0075-25C4-DF29-E3E2-2ED9A913DE0E}"/>
              </a:ext>
            </a:extLst>
          </p:cNvPr>
          <p:cNvSpPr txBox="1"/>
          <p:nvPr/>
        </p:nvSpPr>
        <p:spPr>
          <a:xfrm>
            <a:off x="6007372" y="4592078"/>
            <a:ext cx="918721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l-G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μ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mol/l </a:t>
            </a:r>
            <a:endParaRPr lang="sk-SK" dirty="0"/>
          </a:p>
        </p:txBody>
      </p:sp>
      <p:sp>
        <p:nvSpPr>
          <p:cNvPr id="9" name="Šípka: nadol 8">
            <a:extLst>
              <a:ext uri="{FF2B5EF4-FFF2-40B4-BE49-F238E27FC236}">
                <a16:creationId xmlns:a16="http://schemas.microsoft.com/office/drawing/2014/main" id="{D89006A1-F0D7-944E-9AC0-F7497BDA12E1}"/>
              </a:ext>
            </a:extLst>
          </p:cNvPr>
          <p:cNvSpPr/>
          <p:nvPr/>
        </p:nvSpPr>
        <p:spPr>
          <a:xfrm rot="16200000">
            <a:off x="8449707" y="3041515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174A11B1-0E23-1197-851F-CB36D8683354}"/>
              </a:ext>
            </a:extLst>
          </p:cNvPr>
          <p:cNvSpPr txBox="1"/>
          <p:nvPr/>
        </p:nvSpPr>
        <p:spPr>
          <a:xfrm>
            <a:off x="9060085" y="2828835"/>
            <a:ext cx="2639249" cy="120032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Ak chýba </a:t>
            </a:r>
            <a:r>
              <a:rPr lang="sk-SK" dirty="0" err="1"/>
              <a:t>celk</a:t>
            </a:r>
            <a:r>
              <a:rPr lang="sk-SK" dirty="0"/>
              <a:t>. cholesterol alebo HDL nepočítať lebo vyjde blbosť</a:t>
            </a:r>
          </a:p>
        </p:txBody>
      </p:sp>
    </p:spTree>
    <p:extLst>
      <p:ext uri="{BB962C8B-B14F-4D97-AF65-F5344CB8AC3E}">
        <p14:creationId xmlns:p14="http://schemas.microsoft.com/office/powerpoint/2010/main" val="18493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E2D6CCED-87F3-F4EA-DACC-CF2AA488A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EFBB9C52-6D1C-CFC0-8CE6-0D230E7F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93" y="1979579"/>
            <a:ext cx="10086975" cy="365760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350CCC8D-A196-6A3A-CE0A-61C8650AD28C}"/>
              </a:ext>
            </a:extLst>
          </p:cNvPr>
          <p:cNvSpPr txBox="1"/>
          <p:nvPr/>
        </p:nvSpPr>
        <p:spPr>
          <a:xfrm>
            <a:off x="6968638" y="3509771"/>
            <a:ext cx="2639249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Lekár môže zaškrtnúť aj viac možností</a:t>
            </a:r>
          </a:p>
        </p:txBody>
      </p:sp>
    </p:spTree>
    <p:extLst>
      <p:ext uri="{BB962C8B-B14F-4D97-AF65-F5344CB8AC3E}">
        <p14:creationId xmlns:p14="http://schemas.microsoft.com/office/powerpoint/2010/main" val="125277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99FA8BD9-2096-AC85-D374-104C805F1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857375"/>
            <a:ext cx="11706225" cy="314325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31B1C164-68AC-2C95-D3C8-D575822A2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3265DD9D-E8B8-2769-5E58-3024A23F28F9}"/>
              </a:ext>
            </a:extLst>
          </p:cNvPr>
          <p:cNvSpPr txBox="1"/>
          <p:nvPr/>
        </p:nvSpPr>
        <p:spPr>
          <a:xfrm>
            <a:off x="3891064" y="3509771"/>
            <a:ext cx="5048655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Tu je odskok, vizuálne sa to dá lepšie upraviť?</a:t>
            </a:r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7CE3F444-0533-C9ED-07FF-DABCD356FE02}"/>
              </a:ext>
            </a:extLst>
          </p:cNvPr>
          <p:cNvSpPr/>
          <p:nvPr/>
        </p:nvSpPr>
        <p:spPr>
          <a:xfrm rot="16200000">
            <a:off x="9373835" y="3306952"/>
            <a:ext cx="236396" cy="774970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1644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5EEF9057-601E-321B-DABF-58FF2A64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57" y="1595335"/>
            <a:ext cx="9415534" cy="481316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E695F0B2-E14C-0F4B-E774-2321136B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9D6977F6-0DE3-B868-24F0-3287FE898C1A}"/>
              </a:ext>
            </a:extLst>
          </p:cNvPr>
          <p:cNvSpPr txBox="1"/>
          <p:nvPr/>
        </p:nvSpPr>
        <p:spPr>
          <a:xfrm>
            <a:off x="4648589" y="5039248"/>
            <a:ext cx="5048655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 err="1"/>
              <a:t>lerkanidipín</a:t>
            </a:r>
            <a:endParaRPr lang="sk-SK" dirty="0"/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55A70CC7-8187-6D6B-EE4E-EC23482F0A4F}"/>
              </a:ext>
            </a:extLst>
          </p:cNvPr>
          <p:cNvSpPr/>
          <p:nvPr/>
        </p:nvSpPr>
        <p:spPr>
          <a:xfrm rot="16200000">
            <a:off x="3807373" y="4663411"/>
            <a:ext cx="225201" cy="126513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46825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5BB81533-92B3-0139-28C0-5383579D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12" y="1317084"/>
            <a:ext cx="10334625" cy="447675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54C7F44B-FCE8-94CE-6337-C42D4FCC1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6BEEC76E-830F-BA23-CB39-89FFAB394848}"/>
              </a:ext>
            </a:extLst>
          </p:cNvPr>
          <p:cNvSpPr txBox="1"/>
          <p:nvPr/>
        </p:nvSpPr>
        <p:spPr>
          <a:xfrm>
            <a:off x="5631082" y="5332824"/>
            <a:ext cx="5048655" cy="92333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Tieto majú mať samostatný riadok pod diuretikom a delia sa na </a:t>
            </a:r>
            <a:r>
              <a:rPr lang="sk-SK" dirty="0" err="1"/>
              <a:t>eplerenón</a:t>
            </a:r>
            <a:r>
              <a:rPr lang="sk-SK" dirty="0"/>
              <a:t>, </a:t>
            </a:r>
            <a:r>
              <a:rPr lang="sk-SK" dirty="0" err="1"/>
              <a:t>finerenón</a:t>
            </a:r>
            <a:r>
              <a:rPr lang="sk-SK" dirty="0"/>
              <a:t>, </a:t>
            </a:r>
            <a:r>
              <a:rPr lang="sk-SK" dirty="0" err="1"/>
              <a:t>spironolaktón</a:t>
            </a:r>
            <a:endParaRPr lang="sk-SK" dirty="0"/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299DC45C-03B7-DBCB-5B65-355EEADEE458}"/>
              </a:ext>
            </a:extLst>
          </p:cNvPr>
          <p:cNvSpPr/>
          <p:nvPr/>
        </p:nvSpPr>
        <p:spPr>
          <a:xfrm rot="16200000">
            <a:off x="4789866" y="4956987"/>
            <a:ext cx="225201" cy="126513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57249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2112BA39-E4F0-E1DD-038F-B6C4D61E2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7" y="379378"/>
            <a:ext cx="8267022" cy="441007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AD70D676-98C9-85EF-1DD7-CC9945785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9C74B595-E557-73CE-B6AA-E53F7E9BA986}"/>
              </a:ext>
            </a:extLst>
          </p:cNvPr>
          <p:cNvSpPr txBox="1"/>
          <p:nvPr/>
        </p:nvSpPr>
        <p:spPr>
          <a:xfrm>
            <a:off x="3841193" y="5153015"/>
            <a:ext cx="5048655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Z týchto iných by mal mať lekár viac možností výberu a nie len jeden liek</a:t>
            </a:r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B3B5BCF3-FAE9-86EA-02A6-E148D5BE39C0}"/>
              </a:ext>
            </a:extLst>
          </p:cNvPr>
          <p:cNvSpPr/>
          <p:nvPr/>
        </p:nvSpPr>
        <p:spPr>
          <a:xfrm rot="18333121">
            <a:off x="3020308" y="3603965"/>
            <a:ext cx="233182" cy="1839072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12663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60F1266C-51C9-7C08-83F0-CA14C3F6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1" y="2094892"/>
            <a:ext cx="10287000" cy="169545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8051EB13-D97D-4187-56DA-E1D264AA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5BD7D223-F105-AE05-1629-658C0D1CC4E4}"/>
              </a:ext>
            </a:extLst>
          </p:cNvPr>
          <p:cNvSpPr txBox="1"/>
          <p:nvPr/>
        </p:nvSpPr>
        <p:spPr>
          <a:xfrm>
            <a:off x="1185541" y="3790342"/>
            <a:ext cx="9514885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Dať možnosť </a:t>
            </a:r>
            <a:r>
              <a:rPr lang="sk-SK" b="1" dirty="0"/>
              <a:t>iné</a:t>
            </a:r>
            <a:r>
              <a:rPr lang="sk-SK" dirty="0"/>
              <a:t> na vypísanie ak by sa stalo, že sme predsa len nejakú fixnú kombináciu zabudli alebo </a:t>
            </a:r>
            <a:r>
              <a:rPr lang="sk-SK" dirty="0" err="1"/>
              <a:t>medzčasom</a:t>
            </a:r>
            <a:r>
              <a:rPr lang="sk-SK" dirty="0"/>
              <a:t> prišlo na trh niečo nové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7EB39CC1-59E9-6155-DE97-28AAD9F496E2}"/>
              </a:ext>
            </a:extLst>
          </p:cNvPr>
          <p:cNvSpPr/>
          <p:nvPr/>
        </p:nvSpPr>
        <p:spPr>
          <a:xfrm>
            <a:off x="749030" y="3790342"/>
            <a:ext cx="340468" cy="314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206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ok 3">
            <a:extLst>
              <a:ext uri="{FF2B5EF4-FFF2-40B4-BE49-F238E27FC236}">
                <a16:creationId xmlns:a16="http://schemas.microsoft.com/office/drawing/2014/main" id="{8051EB13-D97D-4187-56DA-E1D264AA9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5BD7D223-F105-AE05-1629-658C0D1CC4E4}"/>
              </a:ext>
            </a:extLst>
          </p:cNvPr>
          <p:cNvSpPr txBox="1"/>
          <p:nvPr/>
        </p:nvSpPr>
        <p:spPr>
          <a:xfrm>
            <a:off x="1149273" y="4646935"/>
            <a:ext cx="9514885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Namiesto </a:t>
            </a:r>
            <a:r>
              <a:rPr lang="sk-SK" b="1" dirty="0"/>
              <a:t>neznáme</a:t>
            </a:r>
            <a:r>
              <a:rPr lang="sk-SK" dirty="0"/>
              <a:t> dať </a:t>
            </a:r>
            <a:r>
              <a:rPr lang="sk-SK" b="1" dirty="0"/>
              <a:t>iné</a:t>
            </a:r>
            <a:r>
              <a:rPr lang="sk-SK" dirty="0"/>
              <a:t> na vypísanie ak by sa stalo, že sme predsa len nejakú fixnú kombináciu zabudli alebo </a:t>
            </a:r>
            <a:r>
              <a:rPr lang="sk-SK" dirty="0" err="1"/>
              <a:t>medzčasom</a:t>
            </a:r>
            <a:r>
              <a:rPr lang="sk-SK" dirty="0"/>
              <a:t> prišlo na trh niečo nové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2402C560-4EA3-9805-E14A-6F437A1B1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6" y="1564734"/>
            <a:ext cx="10553700" cy="2152650"/>
          </a:xfrm>
          <a:prstGeom prst="rect">
            <a:avLst/>
          </a:prstGeom>
        </p:spPr>
      </p:pic>
      <p:sp>
        <p:nvSpPr>
          <p:cNvPr id="8" name="Šípka: nadol 7">
            <a:extLst>
              <a:ext uri="{FF2B5EF4-FFF2-40B4-BE49-F238E27FC236}">
                <a16:creationId xmlns:a16="http://schemas.microsoft.com/office/drawing/2014/main" id="{4F68CAAE-8892-ABE6-F9FE-4CBED74B5CB0}"/>
              </a:ext>
            </a:extLst>
          </p:cNvPr>
          <p:cNvSpPr/>
          <p:nvPr/>
        </p:nvSpPr>
        <p:spPr>
          <a:xfrm rot="18333121">
            <a:off x="2281005" y="3039761"/>
            <a:ext cx="233182" cy="1839072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57461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3B921432-BA35-75D6-E870-AEA87867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6" y="1457262"/>
            <a:ext cx="10477500" cy="219075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8051EB13-D97D-4187-56DA-E1D264AA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266" y="94338"/>
            <a:ext cx="1752600" cy="1552575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5BD7D223-F105-AE05-1629-658C0D1CC4E4}"/>
              </a:ext>
            </a:extLst>
          </p:cNvPr>
          <p:cNvSpPr txBox="1"/>
          <p:nvPr/>
        </p:nvSpPr>
        <p:spPr>
          <a:xfrm>
            <a:off x="1149273" y="4646935"/>
            <a:ext cx="9514885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Namiesto </a:t>
            </a:r>
            <a:r>
              <a:rPr lang="sk-SK" b="1" dirty="0"/>
              <a:t>neznáme</a:t>
            </a:r>
            <a:r>
              <a:rPr lang="sk-SK" dirty="0"/>
              <a:t> dať </a:t>
            </a:r>
            <a:r>
              <a:rPr lang="sk-SK" b="1" dirty="0"/>
              <a:t>iné</a:t>
            </a:r>
            <a:r>
              <a:rPr lang="sk-SK" dirty="0"/>
              <a:t> na vypísanie ak by sa stalo, že sme predsa len nejakú fixnú kombináciu zabudli alebo </a:t>
            </a:r>
            <a:r>
              <a:rPr lang="sk-SK" dirty="0" err="1"/>
              <a:t>medzčasom</a:t>
            </a:r>
            <a:r>
              <a:rPr lang="sk-SK" dirty="0"/>
              <a:t> prišlo na trh niečo nové</a:t>
            </a:r>
          </a:p>
        </p:txBody>
      </p:sp>
      <p:sp>
        <p:nvSpPr>
          <p:cNvPr id="8" name="Šípka: nadol 7">
            <a:extLst>
              <a:ext uri="{FF2B5EF4-FFF2-40B4-BE49-F238E27FC236}">
                <a16:creationId xmlns:a16="http://schemas.microsoft.com/office/drawing/2014/main" id="{4F68CAAE-8892-ABE6-F9FE-4CBED74B5CB0}"/>
              </a:ext>
            </a:extLst>
          </p:cNvPr>
          <p:cNvSpPr/>
          <p:nvPr/>
        </p:nvSpPr>
        <p:spPr>
          <a:xfrm rot="18333121">
            <a:off x="2281005" y="3039761"/>
            <a:ext cx="233182" cy="1839072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40406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0F6DF6E6-39B9-10DF-B96C-1992F42F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405" y="88968"/>
            <a:ext cx="1666875" cy="1504950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0B8BB3C8-F23B-C6EB-EE12-8873A1913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62" y="267002"/>
            <a:ext cx="4793076" cy="3925618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974D4BFE-A0BD-9652-2109-6CAF52F68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356" y="335097"/>
            <a:ext cx="5031490" cy="3978613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EADCCD01-9594-2756-85AE-E5147B5FFA78}"/>
              </a:ext>
            </a:extLst>
          </p:cNvPr>
          <p:cNvSpPr txBox="1"/>
          <p:nvPr/>
        </p:nvSpPr>
        <p:spPr>
          <a:xfrm>
            <a:off x="284762" y="4913550"/>
            <a:ext cx="11569430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Tu je to zle nastavené – aj TK aj SF sa prepočítava priemer z merania č. 2 a č.3</a:t>
            </a: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22B3D47A-394F-09BF-C810-6167B8CD64BB}"/>
              </a:ext>
            </a:extLst>
          </p:cNvPr>
          <p:cNvSpPr txBox="1"/>
          <p:nvPr/>
        </p:nvSpPr>
        <p:spPr>
          <a:xfrm>
            <a:off x="327498" y="5591244"/>
            <a:ext cx="11569430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Zároveň ak nejaké meranie bude chýbať (</a:t>
            </a:r>
            <a:r>
              <a:rPr lang="sk-SK" dirty="0" err="1"/>
              <a:t>napr</a:t>
            </a:r>
            <a:r>
              <a:rPr lang="sk-SK" dirty="0"/>
              <a:t> lekár odmeria iba 1 alebo 2 krát) – vtedy </a:t>
            </a:r>
            <a:r>
              <a:rPr lang="sk-SK" dirty="0" err="1"/>
              <a:t>nieje</a:t>
            </a:r>
            <a:r>
              <a:rPr lang="sk-SK" dirty="0"/>
              <a:t> možné počítať priemer lebo vyjde blbosť, Ak lekár neurobí niektoré meranie dať </a:t>
            </a:r>
            <a:r>
              <a:rPr lang="sk-SK" dirty="0" err="1"/>
              <a:t>alert</a:t>
            </a:r>
            <a:r>
              <a:rPr lang="sk-SK" dirty="0"/>
              <a:t>, že treba 3 merania </a:t>
            </a:r>
          </a:p>
        </p:txBody>
      </p:sp>
    </p:spTree>
    <p:extLst>
      <p:ext uri="{BB962C8B-B14F-4D97-AF65-F5344CB8AC3E}">
        <p14:creationId xmlns:p14="http://schemas.microsoft.com/office/powerpoint/2010/main" val="3828541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CECAC6B6-517D-4F98-7C65-87C615A3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276475"/>
            <a:ext cx="10429875" cy="2305050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662A431A-0E10-B8BA-7000-B414D48B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405" y="88968"/>
            <a:ext cx="1666875" cy="150495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0F9EBABB-BCA3-FCA3-CC24-4FAEA8ED7B8E}"/>
              </a:ext>
            </a:extLst>
          </p:cNvPr>
          <p:cNvSpPr txBox="1"/>
          <p:nvPr/>
        </p:nvSpPr>
        <p:spPr>
          <a:xfrm>
            <a:off x="284762" y="4913550"/>
            <a:ext cx="11569430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Ak zakliknem ÁNO skontrolovať či dobre prepíše liečbu z minulej návštevy lebo raz mi hodilo 1 liek chybne</a:t>
            </a:r>
          </a:p>
        </p:txBody>
      </p:sp>
    </p:spTree>
    <p:extLst>
      <p:ext uri="{BB962C8B-B14F-4D97-AF65-F5344CB8AC3E}">
        <p14:creationId xmlns:p14="http://schemas.microsoft.com/office/powerpoint/2010/main" val="3320450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1EFE1375-DF8C-410F-021D-9855C33D5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871662"/>
            <a:ext cx="10153650" cy="311467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1303472E-00D1-FE37-7714-EADF872AF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405" y="88968"/>
            <a:ext cx="1666875" cy="150495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685713A6-D4E0-3504-7CB1-424FA80C294D}"/>
              </a:ext>
            </a:extLst>
          </p:cNvPr>
          <p:cNvSpPr txBox="1"/>
          <p:nvPr/>
        </p:nvSpPr>
        <p:spPr>
          <a:xfrm>
            <a:off x="1431375" y="5512697"/>
            <a:ext cx="9514885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sk-SK" dirty="0"/>
              <a:t>Čo znamenajú tie čiarky? To tu nemá byť</a:t>
            </a:r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E5A3233A-25B6-3D32-761E-8361FDB84063}"/>
              </a:ext>
            </a:extLst>
          </p:cNvPr>
          <p:cNvSpPr/>
          <p:nvPr/>
        </p:nvSpPr>
        <p:spPr>
          <a:xfrm rot="1994152">
            <a:off x="4279787" y="3025943"/>
            <a:ext cx="275637" cy="2625995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86095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137C17B0-F78A-3FD3-51CB-C17590ED8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468" y="0"/>
            <a:ext cx="1771650" cy="1638300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E5338744-5A2C-7550-8DB9-96A3441D8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37" y="1776514"/>
            <a:ext cx="10267950" cy="194310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FE02B4B2-C95F-9D0E-178F-2D96C43E1AD2}"/>
              </a:ext>
            </a:extLst>
          </p:cNvPr>
          <p:cNvSpPr txBox="1"/>
          <p:nvPr/>
        </p:nvSpPr>
        <p:spPr>
          <a:xfrm>
            <a:off x="3608962" y="4296739"/>
            <a:ext cx="5785331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Ako zaistíme aby tu nezabudol vyplniť číslo tlakomeru?</a:t>
            </a:r>
          </a:p>
        </p:txBody>
      </p:sp>
      <p:sp>
        <p:nvSpPr>
          <p:cNvPr id="7" name="Šípka: nadol 6">
            <a:extLst>
              <a:ext uri="{FF2B5EF4-FFF2-40B4-BE49-F238E27FC236}">
                <a16:creationId xmlns:a16="http://schemas.microsoft.com/office/drawing/2014/main" id="{49607C72-A90E-5869-D7CE-482000D6875B}"/>
              </a:ext>
            </a:extLst>
          </p:cNvPr>
          <p:cNvSpPr/>
          <p:nvPr/>
        </p:nvSpPr>
        <p:spPr>
          <a:xfrm>
            <a:off x="4857410" y="3598079"/>
            <a:ext cx="637906" cy="41009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D3EA6F79-2104-747D-0CA7-428C00B01FD0}"/>
              </a:ext>
            </a:extLst>
          </p:cNvPr>
          <p:cNvSpPr txBox="1"/>
          <p:nvPr/>
        </p:nvSpPr>
        <p:spPr>
          <a:xfrm>
            <a:off x="739302" y="5058530"/>
            <a:ext cx="10713396" cy="36933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Ako bude lekár vedieť či má on vyplniť alebo poslať vám záznamníky domáceho merania TK?</a:t>
            </a:r>
          </a:p>
        </p:txBody>
      </p:sp>
    </p:spTree>
    <p:extLst>
      <p:ext uri="{BB962C8B-B14F-4D97-AF65-F5344CB8AC3E}">
        <p14:creationId xmlns:p14="http://schemas.microsoft.com/office/powerpoint/2010/main" val="3642999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>
            <a:extLst>
              <a:ext uri="{FF2B5EF4-FFF2-40B4-BE49-F238E27FC236}">
                <a16:creationId xmlns:a16="http://schemas.microsoft.com/office/drawing/2014/main" id="{40B44326-A5AA-8409-7815-E349D4C9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39" y="140545"/>
            <a:ext cx="7160976" cy="4127229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73851100-7E1B-8E6C-4560-FF1EE3E9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468" y="0"/>
            <a:ext cx="1771650" cy="163830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D382D74D-DCE9-F0D9-6E3A-AE8C7650292C}"/>
              </a:ext>
            </a:extLst>
          </p:cNvPr>
          <p:cNvSpPr txBox="1"/>
          <p:nvPr/>
        </p:nvSpPr>
        <p:spPr>
          <a:xfrm>
            <a:off x="6587951" y="2718196"/>
            <a:ext cx="4345938" cy="64633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sk-SK" dirty="0"/>
              <a:t>Pre každý deň majú byť 2 merania ráno a dve merania večer</a:t>
            </a:r>
          </a:p>
        </p:txBody>
      </p:sp>
      <p:sp>
        <p:nvSpPr>
          <p:cNvPr id="6" name="Šípka: nadol 5">
            <a:extLst>
              <a:ext uri="{FF2B5EF4-FFF2-40B4-BE49-F238E27FC236}">
                <a16:creationId xmlns:a16="http://schemas.microsoft.com/office/drawing/2014/main" id="{EFE8BE9D-16F9-9533-85CC-6C651EB20CA0}"/>
              </a:ext>
            </a:extLst>
          </p:cNvPr>
          <p:cNvSpPr/>
          <p:nvPr/>
        </p:nvSpPr>
        <p:spPr>
          <a:xfrm rot="16200000">
            <a:off x="5204864" y="3031375"/>
            <a:ext cx="2274223" cy="410097"/>
          </a:xfrm>
          <a:prstGeom prst="downArrow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2864EC44-F9C4-2BDE-E1FA-1361F4747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81" y="3842121"/>
            <a:ext cx="5134380" cy="2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6648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565</Words>
  <Application>Microsoft Office PowerPoint</Application>
  <PresentationFormat>Širokouhlá</PresentationFormat>
  <Paragraphs>32</Paragraphs>
  <Slides>23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SKOVRANKOVA Jana SLOVAKIA</dc:creator>
  <cp:lastModifiedBy>SKOVRANKOVA Jana SLOVAKIA</cp:lastModifiedBy>
  <cp:revision>1</cp:revision>
  <dcterms:created xsi:type="dcterms:W3CDTF">2025-04-10T20:39:12Z</dcterms:created>
  <dcterms:modified xsi:type="dcterms:W3CDTF">2025-04-10T21:58:24Z</dcterms:modified>
</cp:coreProperties>
</file>